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7" r:id="rId2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81F2"/>
    <a:srgbClr val="C496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7CDE39-CB82-49B2-9507-F6D4C06532A9}" v="1730" dt="2023-05-02T22:00:22.761"/>
    <p1510:client id="{C203F8EF-B5D3-43C4-85D7-0F689D700F95}" v="57" dt="2023-05-02T15:02:39.1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1EBBBCC-DAD2-459C-BE2E-F6DE35CF9A28}" styleName="Темный стиль 2 —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2" autoAdjust="0"/>
    <p:restoredTop sz="94660"/>
  </p:normalViewPr>
  <p:slideViewPr>
    <p:cSldViewPr snapToGrid="0">
      <p:cViewPr varScale="1">
        <p:scale>
          <a:sx n="95" d="100"/>
          <a:sy n="95" d="100"/>
        </p:scale>
        <p:origin x="7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Исламов Руслан" userId="31c09606bce21947" providerId="Windows Live" clId="Web-{C203F8EF-B5D3-43C4-85D7-0F689D700F95}"/>
    <pc:docChg chg="modSld addMainMaster delMainMaster">
      <pc:chgData name="Исламов Руслан" userId="31c09606bce21947" providerId="Windows Live" clId="Web-{C203F8EF-B5D3-43C4-85D7-0F689D700F95}" dt="2023-05-02T15:02:39.159" v="59"/>
      <pc:docMkLst>
        <pc:docMk/>
      </pc:docMkLst>
      <pc:sldChg chg="addSp delSp modSp mod setBg modClrScheme addAnim delAnim chgLayout">
        <pc:chgData name="Исламов Руслан" userId="31c09606bce21947" providerId="Windows Live" clId="Web-{C203F8EF-B5D3-43C4-85D7-0F689D700F95}" dt="2023-05-02T15:02:39.159" v="59"/>
        <pc:sldMkLst>
          <pc:docMk/>
          <pc:sldMk cId="1351651579" sldId="256"/>
        </pc:sldMkLst>
        <pc:spChg chg="mod">
          <ac:chgData name="Исламов Руслан" userId="31c09606bce21947" providerId="Windows Live" clId="Web-{C203F8EF-B5D3-43C4-85D7-0F689D700F95}" dt="2023-05-02T15:02:39.159" v="57"/>
          <ac:spMkLst>
            <pc:docMk/>
            <pc:sldMk cId="1351651579" sldId="256"/>
            <ac:spMk id="2" creationId="{00000000-0000-0000-0000-000000000000}"/>
          </ac:spMkLst>
        </pc:spChg>
        <pc:spChg chg="mod">
          <ac:chgData name="Исламов Руслан" userId="31c09606bce21947" providerId="Windows Live" clId="Web-{C203F8EF-B5D3-43C4-85D7-0F689D700F95}" dt="2023-05-02T15:02:39.159" v="57"/>
          <ac:spMkLst>
            <pc:docMk/>
            <pc:sldMk cId="1351651579" sldId="256"/>
            <ac:spMk id="3" creationId="{00000000-0000-0000-0000-000000000000}"/>
          </ac:spMkLst>
        </pc:spChg>
        <pc:spChg chg="add del">
          <ac:chgData name="Исламов Руслан" userId="31c09606bce21947" providerId="Windows Live" clId="Web-{C203F8EF-B5D3-43C4-85D7-0F689D700F95}" dt="2023-05-02T15:00:59.260" v="42"/>
          <ac:spMkLst>
            <pc:docMk/>
            <pc:sldMk cId="1351651579" sldId="256"/>
            <ac:spMk id="9" creationId="{85CB65D0-496F-4797-A015-C85839E35D1A}"/>
          </ac:spMkLst>
        </pc:spChg>
        <pc:spChg chg="add del">
          <ac:chgData name="Исламов Руслан" userId="31c09606bce21947" providerId="Windows Live" clId="Web-{C203F8EF-B5D3-43C4-85D7-0F689D700F95}" dt="2023-05-02T15:00:59.260" v="42"/>
          <ac:spMkLst>
            <pc:docMk/>
            <pc:sldMk cId="1351651579" sldId="256"/>
            <ac:spMk id="11" creationId="{95D2C779-8883-4E5F-A170-0F464918C1B7}"/>
          </ac:spMkLst>
        </pc:spChg>
        <pc:spChg chg="add del">
          <ac:chgData name="Исламов Руслан" userId="31c09606bce21947" providerId="Windows Live" clId="Web-{C203F8EF-B5D3-43C4-85D7-0F689D700F95}" dt="2023-05-02T15:02:39.159" v="57"/>
          <ac:spMkLst>
            <pc:docMk/>
            <pc:sldMk cId="1351651579" sldId="256"/>
            <ac:spMk id="18" creationId="{0BABF38A-8A0D-492E-BD20-6CF4D46B50BD}"/>
          </ac:spMkLst>
        </pc:spChg>
        <pc:spChg chg="add del">
          <ac:chgData name="Исламов Руслан" userId="31c09606bce21947" providerId="Windows Live" clId="Web-{C203F8EF-B5D3-43C4-85D7-0F689D700F95}" dt="2023-05-02T15:02:39.159" v="57"/>
          <ac:spMkLst>
            <pc:docMk/>
            <pc:sldMk cId="1351651579" sldId="256"/>
            <ac:spMk id="22" creationId="{8651CFA9-6065-4243-AC48-858E359780B1}"/>
          </ac:spMkLst>
        </pc:spChg>
        <pc:spChg chg="add del">
          <ac:chgData name="Исламов Руслан" userId="31c09606bce21947" providerId="Windows Live" clId="Web-{C203F8EF-B5D3-43C4-85D7-0F689D700F95}" dt="2023-05-02T15:02:39.159" v="57"/>
          <ac:spMkLst>
            <pc:docMk/>
            <pc:sldMk cId="1351651579" sldId="256"/>
            <ac:spMk id="24" creationId="{E8B2F707-EF35-4955-8439-F76145F3CD7E}"/>
          </ac:spMkLst>
        </pc:spChg>
        <pc:spChg chg="add del">
          <ac:chgData name="Исламов Руслан" userId="31c09606bce21947" providerId="Windows Live" clId="Web-{C203F8EF-B5D3-43C4-85D7-0F689D700F95}" dt="2023-05-02T15:02:39.159" v="57"/>
          <ac:spMkLst>
            <pc:docMk/>
            <pc:sldMk cId="1351651579" sldId="256"/>
            <ac:spMk id="26" creationId="{DA476813-4CEE-408B-852D-3E51E30B17BE}"/>
          </ac:spMkLst>
        </pc:spChg>
        <pc:spChg chg="add del">
          <ac:chgData name="Исламов Руслан" userId="31c09606bce21947" providerId="Windows Live" clId="Web-{C203F8EF-B5D3-43C4-85D7-0F689D700F95}" dt="2023-05-02T15:02:39.159" v="56"/>
          <ac:spMkLst>
            <pc:docMk/>
            <pc:sldMk cId="1351651579" sldId="256"/>
            <ac:spMk id="35" creationId="{E2748806-3AF5-4078-830A-C1F26BF1B200}"/>
          </ac:spMkLst>
        </pc:spChg>
        <pc:spChg chg="add del">
          <ac:chgData name="Исламов Руслан" userId="31c09606bce21947" providerId="Windows Live" clId="Web-{C203F8EF-B5D3-43C4-85D7-0F689D700F95}" dt="2023-05-02T15:02:39.159" v="56"/>
          <ac:spMkLst>
            <pc:docMk/>
            <pc:sldMk cId="1351651579" sldId="256"/>
            <ac:spMk id="37" creationId="{BF991FCB-5132-414C-B377-526F56121B69}"/>
          </ac:spMkLst>
        </pc:spChg>
        <pc:spChg chg="add del">
          <ac:chgData name="Исламов Руслан" userId="31c09606bce21947" providerId="Windows Live" clId="Web-{C203F8EF-B5D3-43C4-85D7-0F689D700F95}" dt="2023-05-02T15:02:39.159" v="56"/>
          <ac:spMkLst>
            <pc:docMk/>
            <pc:sldMk cId="1351651579" sldId="256"/>
            <ac:spMk id="39" creationId="{F23DAFF7-4C98-4E0E-8986-198D54B6C1F0}"/>
          </ac:spMkLst>
        </pc:spChg>
        <pc:spChg chg="add">
          <ac:chgData name="Исламов Руслан" userId="31c09606bce21947" providerId="Windows Live" clId="Web-{C203F8EF-B5D3-43C4-85D7-0F689D700F95}" dt="2023-05-02T15:02:39.159" v="57"/>
          <ac:spMkLst>
            <pc:docMk/>
            <pc:sldMk cId="1351651579" sldId="256"/>
            <ac:spMk id="41" creationId="{37FDDF72-DE39-4F99-A3C1-DD9D7815D7DB}"/>
          </ac:spMkLst>
        </pc:spChg>
        <pc:spChg chg="add">
          <ac:chgData name="Исламов Руслан" userId="31c09606bce21947" providerId="Windows Live" clId="Web-{C203F8EF-B5D3-43C4-85D7-0F689D700F95}" dt="2023-05-02T15:02:39.159" v="57"/>
          <ac:spMkLst>
            <pc:docMk/>
            <pc:sldMk cId="1351651579" sldId="256"/>
            <ac:spMk id="42" creationId="{5E4ECE80-3AD1-450C-B62A-98788F193948}"/>
          </ac:spMkLst>
        </pc:spChg>
        <pc:grpChg chg="add del">
          <ac:chgData name="Исламов Руслан" userId="31c09606bce21947" providerId="Windows Live" clId="Web-{C203F8EF-B5D3-43C4-85D7-0F689D700F95}" dt="2023-05-02T15:02:39.159" v="57"/>
          <ac:grpSpMkLst>
            <pc:docMk/>
            <pc:sldMk cId="1351651579" sldId="256"/>
            <ac:grpSpMk id="28" creationId="{245C754D-F6B0-4E8B-BCBC-51B5E2863D57}"/>
          </ac:grpSpMkLst>
        </pc:grpChg>
        <pc:picChg chg="add del mod ord">
          <ac:chgData name="Исламов Руслан" userId="31c09606bce21947" providerId="Windows Live" clId="Web-{C203F8EF-B5D3-43C4-85D7-0F689D700F95}" dt="2023-05-02T15:02:39.159" v="57"/>
          <ac:picMkLst>
            <pc:docMk/>
            <pc:sldMk cId="1351651579" sldId="256"/>
            <ac:picMk id="4" creationId="{8973166D-2B06-FB2B-ED91-CE67237FC236}"/>
          </ac:picMkLst>
        </pc:picChg>
        <pc:picChg chg="add del">
          <ac:chgData name="Исламов Руслан" userId="31c09606bce21947" providerId="Windows Live" clId="Web-{C203F8EF-B5D3-43C4-85D7-0F689D700F95}" dt="2023-05-02T15:02:39.159" v="57"/>
          <ac:picMkLst>
            <pc:docMk/>
            <pc:sldMk cId="1351651579" sldId="256"/>
            <ac:picMk id="20" creationId="{BC526B7A-4801-4FD1-95C8-03AF22629E87}"/>
          </ac:picMkLst>
        </pc:picChg>
        <pc:cxnChg chg="add del">
          <ac:chgData name="Исламов Руслан" userId="31c09606bce21947" providerId="Windows Live" clId="Web-{C203F8EF-B5D3-43C4-85D7-0F689D700F95}" dt="2023-05-02T15:00:59.260" v="42"/>
          <ac:cxnSpMkLst>
            <pc:docMk/>
            <pc:sldMk cId="1351651579" sldId="256"/>
            <ac:cxnSpMk id="13" creationId="{BD96A694-258D-4418-A83C-B9BA72FD44B8}"/>
          </ac:cxnSpMkLst>
        </pc:cxnChg>
      </pc:sldChg>
      <pc:sldMasterChg chg="del delSldLayout">
        <pc:chgData name="Исламов Руслан" userId="31c09606bce21947" providerId="Windows Live" clId="Web-{C203F8EF-B5D3-43C4-85D7-0F689D700F95}" dt="2023-05-02T14:59:10.049" v="1"/>
        <pc:sldMasterMkLst>
          <pc:docMk/>
          <pc:sldMasterMk cId="3154979492" sldId="2147483648"/>
        </pc:sldMasterMkLst>
        <pc:sldLayoutChg chg="del">
          <pc:chgData name="Исламов Руслан" userId="31c09606bce21947" providerId="Windows Live" clId="Web-{C203F8EF-B5D3-43C4-85D7-0F689D700F95}" dt="2023-05-02T14:59:10.049" v="1"/>
          <pc:sldLayoutMkLst>
            <pc:docMk/>
            <pc:sldMasterMk cId="3154979492" sldId="2147483648"/>
            <pc:sldLayoutMk cId="161079921" sldId="2147483649"/>
          </pc:sldLayoutMkLst>
        </pc:sldLayoutChg>
        <pc:sldLayoutChg chg="del">
          <pc:chgData name="Исламов Руслан" userId="31c09606bce21947" providerId="Windows Live" clId="Web-{C203F8EF-B5D3-43C4-85D7-0F689D700F95}" dt="2023-05-02T14:59:10.049" v="1"/>
          <pc:sldLayoutMkLst>
            <pc:docMk/>
            <pc:sldMasterMk cId="3154979492" sldId="2147483648"/>
            <pc:sldLayoutMk cId="2703711724" sldId="2147483650"/>
          </pc:sldLayoutMkLst>
        </pc:sldLayoutChg>
        <pc:sldLayoutChg chg="del">
          <pc:chgData name="Исламов Руслан" userId="31c09606bce21947" providerId="Windows Live" clId="Web-{C203F8EF-B5D3-43C4-85D7-0F689D700F95}" dt="2023-05-02T14:59:10.049" v="1"/>
          <pc:sldLayoutMkLst>
            <pc:docMk/>
            <pc:sldMasterMk cId="3154979492" sldId="2147483648"/>
            <pc:sldLayoutMk cId="4076369896" sldId="2147483651"/>
          </pc:sldLayoutMkLst>
        </pc:sldLayoutChg>
        <pc:sldLayoutChg chg="del">
          <pc:chgData name="Исламов Руслан" userId="31c09606bce21947" providerId="Windows Live" clId="Web-{C203F8EF-B5D3-43C4-85D7-0F689D700F95}" dt="2023-05-02T14:59:10.049" v="1"/>
          <pc:sldLayoutMkLst>
            <pc:docMk/>
            <pc:sldMasterMk cId="3154979492" sldId="2147483648"/>
            <pc:sldLayoutMk cId="2625762208" sldId="2147483652"/>
          </pc:sldLayoutMkLst>
        </pc:sldLayoutChg>
        <pc:sldLayoutChg chg="del">
          <pc:chgData name="Исламов Руслан" userId="31c09606bce21947" providerId="Windows Live" clId="Web-{C203F8EF-B5D3-43C4-85D7-0F689D700F95}" dt="2023-05-02T14:59:10.049" v="1"/>
          <pc:sldLayoutMkLst>
            <pc:docMk/>
            <pc:sldMasterMk cId="3154979492" sldId="2147483648"/>
            <pc:sldLayoutMk cId="188002762" sldId="2147483653"/>
          </pc:sldLayoutMkLst>
        </pc:sldLayoutChg>
        <pc:sldLayoutChg chg="del">
          <pc:chgData name="Исламов Руслан" userId="31c09606bce21947" providerId="Windows Live" clId="Web-{C203F8EF-B5D3-43C4-85D7-0F689D700F95}" dt="2023-05-02T14:59:10.049" v="1"/>
          <pc:sldLayoutMkLst>
            <pc:docMk/>
            <pc:sldMasterMk cId="3154979492" sldId="2147483648"/>
            <pc:sldLayoutMk cId="2295335545" sldId="2147483654"/>
          </pc:sldLayoutMkLst>
        </pc:sldLayoutChg>
        <pc:sldLayoutChg chg="del">
          <pc:chgData name="Исламов Руслан" userId="31c09606bce21947" providerId="Windows Live" clId="Web-{C203F8EF-B5D3-43C4-85D7-0F689D700F95}" dt="2023-05-02T14:59:10.049" v="1"/>
          <pc:sldLayoutMkLst>
            <pc:docMk/>
            <pc:sldMasterMk cId="3154979492" sldId="2147483648"/>
            <pc:sldLayoutMk cId="1988754143" sldId="2147483655"/>
          </pc:sldLayoutMkLst>
        </pc:sldLayoutChg>
        <pc:sldLayoutChg chg="del">
          <pc:chgData name="Исламов Руслан" userId="31c09606bce21947" providerId="Windows Live" clId="Web-{C203F8EF-B5D3-43C4-85D7-0F689D700F95}" dt="2023-05-02T14:59:10.049" v="1"/>
          <pc:sldLayoutMkLst>
            <pc:docMk/>
            <pc:sldMasterMk cId="3154979492" sldId="2147483648"/>
            <pc:sldLayoutMk cId="3665695281" sldId="2147483656"/>
          </pc:sldLayoutMkLst>
        </pc:sldLayoutChg>
        <pc:sldLayoutChg chg="del">
          <pc:chgData name="Исламов Руслан" userId="31c09606bce21947" providerId="Windows Live" clId="Web-{C203F8EF-B5D3-43C4-85D7-0F689D700F95}" dt="2023-05-02T14:59:10.049" v="1"/>
          <pc:sldLayoutMkLst>
            <pc:docMk/>
            <pc:sldMasterMk cId="3154979492" sldId="2147483648"/>
            <pc:sldLayoutMk cId="2134169247" sldId="2147483657"/>
          </pc:sldLayoutMkLst>
        </pc:sldLayoutChg>
        <pc:sldLayoutChg chg="del">
          <pc:chgData name="Исламов Руслан" userId="31c09606bce21947" providerId="Windows Live" clId="Web-{C203F8EF-B5D3-43C4-85D7-0F689D700F95}" dt="2023-05-02T14:59:10.049" v="1"/>
          <pc:sldLayoutMkLst>
            <pc:docMk/>
            <pc:sldMasterMk cId="3154979492" sldId="2147483648"/>
            <pc:sldLayoutMk cId="2065727480" sldId="2147483658"/>
          </pc:sldLayoutMkLst>
        </pc:sldLayoutChg>
        <pc:sldLayoutChg chg="del">
          <pc:chgData name="Исламов Руслан" userId="31c09606bce21947" providerId="Windows Live" clId="Web-{C203F8EF-B5D3-43C4-85D7-0F689D700F95}" dt="2023-05-02T14:59:10.049" v="1"/>
          <pc:sldLayoutMkLst>
            <pc:docMk/>
            <pc:sldMasterMk cId="3154979492" sldId="2147483648"/>
            <pc:sldLayoutMk cId="812261758" sldId="2147483659"/>
          </pc:sldLayoutMkLst>
        </pc:sldLayoutChg>
      </pc:sldMasterChg>
      <pc:sldMasterChg chg="add del replId addSldLayout delSldLayout">
        <pc:chgData name="Исламов Руслан" userId="31c09606bce21947" providerId="Windows Live" clId="Web-{C203F8EF-B5D3-43C4-85D7-0F689D700F95}" dt="2023-05-02T15:00:59.260" v="42"/>
        <pc:sldMasterMkLst>
          <pc:docMk/>
          <pc:sldMasterMk cId="3140580644" sldId="2147483660"/>
        </pc:sldMasterMkLst>
        <pc:sldLayoutChg chg="add del">
          <pc:chgData name="Исламов Руслан" userId="31c09606bce21947" providerId="Windows Live" clId="Web-{C203F8EF-B5D3-43C4-85D7-0F689D700F95}" dt="2023-05-02T15:00:59.260" v="42"/>
          <pc:sldLayoutMkLst>
            <pc:docMk/>
            <pc:sldMasterMk cId="3140580644" sldId="2147483660"/>
            <pc:sldLayoutMk cId="2513258861" sldId="2147483661"/>
          </pc:sldLayoutMkLst>
        </pc:sldLayoutChg>
        <pc:sldLayoutChg chg="add del replId">
          <pc:chgData name="Исламов Руслан" userId="31c09606bce21947" providerId="Windows Live" clId="Web-{C203F8EF-B5D3-43C4-85D7-0F689D700F95}" dt="2023-05-02T15:00:59.260" v="42"/>
          <pc:sldLayoutMkLst>
            <pc:docMk/>
            <pc:sldMasterMk cId="3140580644" sldId="2147483660"/>
            <pc:sldLayoutMk cId="2019224939" sldId="2147483662"/>
          </pc:sldLayoutMkLst>
        </pc:sldLayoutChg>
        <pc:sldLayoutChg chg="add del replId">
          <pc:chgData name="Исламов Руслан" userId="31c09606bce21947" providerId="Windows Live" clId="Web-{C203F8EF-B5D3-43C4-85D7-0F689D700F95}" dt="2023-05-02T15:00:59.260" v="42"/>
          <pc:sldLayoutMkLst>
            <pc:docMk/>
            <pc:sldMasterMk cId="3140580644" sldId="2147483660"/>
            <pc:sldLayoutMk cId="23356837" sldId="2147483663"/>
          </pc:sldLayoutMkLst>
        </pc:sldLayoutChg>
        <pc:sldLayoutChg chg="add del replId">
          <pc:chgData name="Исламов Руслан" userId="31c09606bce21947" providerId="Windows Live" clId="Web-{C203F8EF-B5D3-43C4-85D7-0F689D700F95}" dt="2023-05-02T15:00:59.260" v="42"/>
          <pc:sldLayoutMkLst>
            <pc:docMk/>
            <pc:sldMasterMk cId="3140580644" sldId="2147483660"/>
            <pc:sldLayoutMk cId="1557157753" sldId="2147483664"/>
          </pc:sldLayoutMkLst>
        </pc:sldLayoutChg>
        <pc:sldLayoutChg chg="add del replId">
          <pc:chgData name="Исламов Руслан" userId="31c09606bce21947" providerId="Windows Live" clId="Web-{C203F8EF-B5D3-43C4-85D7-0F689D700F95}" dt="2023-05-02T15:00:59.260" v="42"/>
          <pc:sldLayoutMkLst>
            <pc:docMk/>
            <pc:sldMasterMk cId="3140580644" sldId="2147483660"/>
            <pc:sldLayoutMk cId="1425851250" sldId="2147483665"/>
          </pc:sldLayoutMkLst>
        </pc:sldLayoutChg>
        <pc:sldLayoutChg chg="add del replId">
          <pc:chgData name="Исламов Руслан" userId="31c09606bce21947" providerId="Windows Live" clId="Web-{C203F8EF-B5D3-43C4-85D7-0F689D700F95}" dt="2023-05-02T15:00:59.260" v="42"/>
          <pc:sldLayoutMkLst>
            <pc:docMk/>
            <pc:sldMasterMk cId="3140580644" sldId="2147483660"/>
            <pc:sldLayoutMk cId="1351032012" sldId="2147483666"/>
          </pc:sldLayoutMkLst>
        </pc:sldLayoutChg>
        <pc:sldLayoutChg chg="add del replId">
          <pc:chgData name="Исламов Руслан" userId="31c09606bce21947" providerId="Windows Live" clId="Web-{C203F8EF-B5D3-43C4-85D7-0F689D700F95}" dt="2023-05-02T15:00:59.260" v="42"/>
          <pc:sldLayoutMkLst>
            <pc:docMk/>
            <pc:sldMasterMk cId="3140580644" sldId="2147483660"/>
            <pc:sldLayoutMk cId="3983835859" sldId="2147483667"/>
          </pc:sldLayoutMkLst>
        </pc:sldLayoutChg>
        <pc:sldLayoutChg chg="add del replId">
          <pc:chgData name="Исламов Руслан" userId="31c09606bce21947" providerId="Windows Live" clId="Web-{C203F8EF-B5D3-43C4-85D7-0F689D700F95}" dt="2023-05-02T15:00:59.260" v="42"/>
          <pc:sldLayoutMkLst>
            <pc:docMk/>
            <pc:sldMasterMk cId="3140580644" sldId="2147483660"/>
            <pc:sldLayoutMk cId="1471806789" sldId="2147483668"/>
          </pc:sldLayoutMkLst>
        </pc:sldLayoutChg>
        <pc:sldLayoutChg chg="add del replId">
          <pc:chgData name="Исламов Руслан" userId="31c09606bce21947" providerId="Windows Live" clId="Web-{C203F8EF-B5D3-43C4-85D7-0F689D700F95}" dt="2023-05-02T15:00:59.260" v="42"/>
          <pc:sldLayoutMkLst>
            <pc:docMk/>
            <pc:sldMasterMk cId="3140580644" sldId="2147483660"/>
            <pc:sldLayoutMk cId="2806161418" sldId="2147483669"/>
          </pc:sldLayoutMkLst>
        </pc:sldLayoutChg>
        <pc:sldLayoutChg chg="add del replId">
          <pc:chgData name="Исламов Руслан" userId="31c09606bce21947" providerId="Windows Live" clId="Web-{C203F8EF-B5D3-43C4-85D7-0F689D700F95}" dt="2023-05-02T15:00:59.260" v="42"/>
          <pc:sldLayoutMkLst>
            <pc:docMk/>
            <pc:sldMasterMk cId="3140580644" sldId="2147483660"/>
            <pc:sldLayoutMk cId="352790542" sldId="2147483670"/>
          </pc:sldLayoutMkLst>
        </pc:sldLayoutChg>
        <pc:sldLayoutChg chg="add del replId">
          <pc:chgData name="Исламов Руслан" userId="31c09606bce21947" providerId="Windows Live" clId="Web-{C203F8EF-B5D3-43C4-85D7-0F689D700F95}" dt="2023-05-02T15:00:59.260" v="42"/>
          <pc:sldLayoutMkLst>
            <pc:docMk/>
            <pc:sldMasterMk cId="3140580644" sldId="2147483660"/>
            <pc:sldLayoutMk cId="4277287991" sldId="2147483671"/>
          </pc:sldLayoutMkLst>
        </pc:sldLayoutChg>
      </pc:sldMasterChg>
      <pc:sldMasterChg chg="add addSldLayout">
        <pc:chgData name="Исламов Руслан" userId="31c09606bce21947" providerId="Windows Live" clId="Web-{C203F8EF-B5D3-43C4-85D7-0F689D700F95}" dt="2023-05-02T15:00:59.260" v="42"/>
        <pc:sldMasterMkLst>
          <pc:docMk/>
          <pc:sldMasterMk cId="1491924585" sldId="2147483734"/>
        </pc:sldMasterMkLst>
        <pc:sldLayoutChg chg="add">
          <pc:chgData name="Исламов Руслан" userId="31c09606bce21947" providerId="Windows Live" clId="Web-{C203F8EF-B5D3-43C4-85D7-0F689D700F95}" dt="2023-05-02T15:00:59.260" v="42"/>
          <pc:sldLayoutMkLst>
            <pc:docMk/>
            <pc:sldMasterMk cId="1491924585" sldId="2147483734"/>
            <pc:sldLayoutMk cId="2086445252" sldId="2147483723"/>
          </pc:sldLayoutMkLst>
        </pc:sldLayoutChg>
        <pc:sldLayoutChg chg="add">
          <pc:chgData name="Исламов Руслан" userId="31c09606bce21947" providerId="Windows Live" clId="Web-{C203F8EF-B5D3-43C4-85D7-0F689D700F95}" dt="2023-05-02T15:00:59.260" v="42"/>
          <pc:sldLayoutMkLst>
            <pc:docMk/>
            <pc:sldMasterMk cId="1491924585" sldId="2147483734"/>
            <pc:sldLayoutMk cId="1360994100" sldId="2147483724"/>
          </pc:sldLayoutMkLst>
        </pc:sldLayoutChg>
        <pc:sldLayoutChg chg="add">
          <pc:chgData name="Исламов Руслан" userId="31c09606bce21947" providerId="Windows Live" clId="Web-{C203F8EF-B5D3-43C4-85D7-0F689D700F95}" dt="2023-05-02T15:00:59.260" v="42"/>
          <pc:sldLayoutMkLst>
            <pc:docMk/>
            <pc:sldMasterMk cId="1491924585" sldId="2147483734"/>
            <pc:sldLayoutMk cId="2582443082" sldId="2147483725"/>
          </pc:sldLayoutMkLst>
        </pc:sldLayoutChg>
        <pc:sldLayoutChg chg="add">
          <pc:chgData name="Исламов Руслан" userId="31c09606bce21947" providerId="Windows Live" clId="Web-{C203F8EF-B5D3-43C4-85D7-0F689D700F95}" dt="2023-05-02T15:00:59.260" v="42"/>
          <pc:sldLayoutMkLst>
            <pc:docMk/>
            <pc:sldMasterMk cId="1491924585" sldId="2147483734"/>
            <pc:sldLayoutMk cId="3666266083" sldId="2147483726"/>
          </pc:sldLayoutMkLst>
        </pc:sldLayoutChg>
        <pc:sldLayoutChg chg="add">
          <pc:chgData name="Исламов Руслан" userId="31c09606bce21947" providerId="Windows Live" clId="Web-{C203F8EF-B5D3-43C4-85D7-0F689D700F95}" dt="2023-05-02T15:00:59.260" v="42"/>
          <pc:sldLayoutMkLst>
            <pc:docMk/>
            <pc:sldMasterMk cId="1491924585" sldId="2147483734"/>
            <pc:sldLayoutMk cId="1629634644" sldId="2147483727"/>
          </pc:sldLayoutMkLst>
        </pc:sldLayoutChg>
        <pc:sldLayoutChg chg="add">
          <pc:chgData name="Исламов Руслан" userId="31c09606bce21947" providerId="Windows Live" clId="Web-{C203F8EF-B5D3-43C4-85D7-0F689D700F95}" dt="2023-05-02T15:00:59.260" v="42"/>
          <pc:sldLayoutMkLst>
            <pc:docMk/>
            <pc:sldMasterMk cId="1491924585" sldId="2147483734"/>
            <pc:sldLayoutMk cId="941678597" sldId="2147483728"/>
          </pc:sldLayoutMkLst>
        </pc:sldLayoutChg>
        <pc:sldLayoutChg chg="add">
          <pc:chgData name="Исламов Руслан" userId="31c09606bce21947" providerId="Windows Live" clId="Web-{C203F8EF-B5D3-43C4-85D7-0F689D700F95}" dt="2023-05-02T15:00:59.260" v="42"/>
          <pc:sldLayoutMkLst>
            <pc:docMk/>
            <pc:sldMasterMk cId="1491924585" sldId="2147483734"/>
            <pc:sldLayoutMk cId="1039622419" sldId="2147483729"/>
          </pc:sldLayoutMkLst>
        </pc:sldLayoutChg>
        <pc:sldLayoutChg chg="add">
          <pc:chgData name="Исламов Руслан" userId="31c09606bce21947" providerId="Windows Live" clId="Web-{C203F8EF-B5D3-43C4-85D7-0F689D700F95}" dt="2023-05-02T15:00:59.260" v="42"/>
          <pc:sldLayoutMkLst>
            <pc:docMk/>
            <pc:sldMasterMk cId="1491924585" sldId="2147483734"/>
            <pc:sldLayoutMk cId="8334715" sldId="2147483730"/>
          </pc:sldLayoutMkLst>
        </pc:sldLayoutChg>
        <pc:sldLayoutChg chg="add">
          <pc:chgData name="Исламов Руслан" userId="31c09606bce21947" providerId="Windows Live" clId="Web-{C203F8EF-B5D3-43C4-85D7-0F689D700F95}" dt="2023-05-02T15:00:59.260" v="42"/>
          <pc:sldLayoutMkLst>
            <pc:docMk/>
            <pc:sldMasterMk cId="1491924585" sldId="2147483734"/>
            <pc:sldLayoutMk cId="1767404909" sldId="2147483731"/>
          </pc:sldLayoutMkLst>
        </pc:sldLayoutChg>
        <pc:sldLayoutChg chg="add">
          <pc:chgData name="Исламов Руслан" userId="31c09606bce21947" providerId="Windows Live" clId="Web-{C203F8EF-B5D3-43C4-85D7-0F689D700F95}" dt="2023-05-02T15:00:59.260" v="42"/>
          <pc:sldLayoutMkLst>
            <pc:docMk/>
            <pc:sldMasterMk cId="1491924585" sldId="2147483734"/>
            <pc:sldLayoutMk cId="690325787" sldId="2147483732"/>
          </pc:sldLayoutMkLst>
        </pc:sldLayoutChg>
        <pc:sldLayoutChg chg="add">
          <pc:chgData name="Исламов Руслан" userId="31c09606bce21947" providerId="Windows Live" clId="Web-{C203F8EF-B5D3-43C4-85D7-0F689D700F95}" dt="2023-05-02T15:00:59.260" v="42"/>
          <pc:sldLayoutMkLst>
            <pc:docMk/>
            <pc:sldMasterMk cId="1491924585" sldId="2147483734"/>
            <pc:sldLayoutMk cId="295923417" sldId="2147483733"/>
          </pc:sldLayoutMkLst>
        </pc:sldLayoutChg>
      </pc:sldMasterChg>
    </pc:docChg>
  </pc:docChgLst>
  <pc:docChgLst>
    <pc:chgData name="Исламов Руслан" userId="31c09606bce21947" providerId="Windows Live" clId="Web-{2D7CDE39-CB82-49B2-9507-F6D4C06532A9}"/>
    <pc:docChg chg="addSld delSld modSld addMainMaster delMainMaster">
      <pc:chgData name="Исламов Руслан" userId="31c09606bce21947" providerId="Windows Live" clId="Web-{2D7CDE39-CB82-49B2-9507-F6D4C06532A9}" dt="2023-05-02T22:00:22.761" v="1631" actId="1076"/>
      <pc:docMkLst>
        <pc:docMk/>
      </pc:docMkLst>
      <pc:sldChg chg="addSp delSp modSp mod setBg modClrScheme delAnim modAnim chgLayout">
        <pc:chgData name="Исламов Руслан" userId="31c09606bce21947" providerId="Windows Live" clId="Web-{2D7CDE39-CB82-49B2-9507-F6D4C06532A9}" dt="2023-05-02T17:05:20.080" v="393"/>
        <pc:sldMkLst>
          <pc:docMk/>
          <pc:sldMk cId="1351651579" sldId="256"/>
        </pc:sldMkLst>
        <pc:spChg chg="mod">
          <ac:chgData name="Исламов Руслан" userId="31c09606bce21947" providerId="Windows Live" clId="Web-{2D7CDE39-CB82-49B2-9507-F6D4C06532A9}" dt="2023-05-02T15:07:43.892" v="6"/>
          <ac:spMkLst>
            <pc:docMk/>
            <pc:sldMk cId="1351651579" sldId="256"/>
            <ac:spMk id="2" creationId="{00000000-0000-0000-0000-000000000000}"/>
          </ac:spMkLst>
        </pc:spChg>
        <pc:spChg chg="del mod">
          <ac:chgData name="Исламов Руслан" userId="31c09606bce21947" providerId="Windows Live" clId="Web-{2D7CDE39-CB82-49B2-9507-F6D4C06532A9}" dt="2023-05-02T17:05:17.720" v="392"/>
          <ac:spMkLst>
            <pc:docMk/>
            <pc:sldMk cId="1351651579" sldId="256"/>
            <ac:spMk id="3" creationId="{00000000-0000-0000-0000-000000000000}"/>
          </ac:spMkLst>
        </pc:spChg>
        <pc:spChg chg="add del">
          <ac:chgData name="Исламов Руслан" userId="31c09606bce21947" providerId="Windows Live" clId="Web-{2D7CDE39-CB82-49B2-9507-F6D4C06532A9}" dt="2023-05-02T15:07:43.892" v="6"/>
          <ac:spMkLst>
            <pc:docMk/>
            <pc:sldMk cId="1351651579" sldId="256"/>
            <ac:spMk id="41" creationId="{37FDDF72-DE39-4F99-A3C1-DD9D7815D7DB}"/>
          </ac:spMkLst>
        </pc:spChg>
        <pc:spChg chg="add del">
          <ac:chgData name="Исламов Руслан" userId="31c09606bce21947" providerId="Windows Live" clId="Web-{2D7CDE39-CB82-49B2-9507-F6D4C06532A9}" dt="2023-05-02T15:07:43.892" v="6"/>
          <ac:spMkLst>
            <pc:docMk/>
            <pc:sldMk cId="1351651579" sldId="256"/>
            <ac:spMk id="42" creationId="{5E4ECE80-3AD1-450C-B62A-98788F193948}"/>
          </ac:spMkLst>
        </pc:spChg>
        <pc:spChg chg="add del">
          <ac:chgData name="Исламов Руслан" userId="31c09606bce21947" providerId="Windows Live" clId="Web-{2D7CDE39-CB82-49B2-9507-F6D4C06532A9}" dt="2023-05-02T15:04:42.728" v="1"/>
          <ac:spMkLst>
            <pc:docMk/>
            <pc:sldMk cId="1351651579" sldId="256"/>
            <ac:spMk id="47" creationId="{0DBF1ABE-8590-450D-BB49-BDDCCF3EEA9E}"/>
          </ac:spMkLst>
        </pc:spChg>
        <pc:spChg chg="add del">
          <ac:chgData name="Исламов Руслан" userId="31c09606bce21947" providerId="Windows Live" clId="Web-{2D7CDE39-CB82-49B2-9507-F6D4C06532A9}" dt="2023-05-02T15:04:42.728" v="1"/>
          <ac:spMkLst>
            <pc:docMk/>
            <pc:sldMk cId="1351651579" sldId="256"/>
            <ac:spMk id="49" creationId="{96CB0275-66F1-4491-93B8-121D0C7176BF}"/>
          </ac:spMkLst>
        </pc:spChg>
        <pc:spChg chg="add del">
          <ac:chgData name="Исламов Руслан" userId="31c09606bce21947" providerId="Windows Live" clId="Web-{2D7CDE39-CB82-49B2-9507-F6D4C06532A9}" dt="2023-05-02T15:04:42.728" v="1"/>
          <ac:spMkLst>
            <pc:docMk/>
            <pc:sldMk cId="1351651579" sldId="256"/>
            <ac:spMk id="51" creationId="{18D32C3D-8F76-4E99-BE56-0836CC38CC84}"/>
          </ac:spMkLst>
        </pc:spChg>
        <pc:spChg chg="add del">
          <ac:chgData name="Исламов Руслан" userId="31c09606bce21947" providerId="Windows Live" clId="Web-{2D7CDE39-CB82-49B2-9507-F6D4C06532A9}" dt="2023-05-02T15:04:42.728" v="1"/>
          <ac:spMkLst>
            <pc:docMk/>
            <pc:sldMk cId="1351651579" sldId="256"/>
            <ac:spMk id="53" creationId="{70766076-46F5-42D5-A773-2B3BEF2B8B74}"/>
          </ac:spMkLst>
        </pc:spChg>
        <pc:spChg chg="add del">
          <ac:chgData name="Исламов Руслан" userId="31c09606bce21947" providerId="Windows Live" clId="Web-{2D7CDE39-CB82-49B2-9507-F6D4C06532A9}" dt="2023-05-02T15:04:58.651" v="3"/>
          <ac:spMkLst>
            <pc:docMk/>
            <pc:sldMk cId="1351651579" sldId="256"/>
            <ac:spMk id="58" creationId="{A5D0B0D3-D735-4619-AA45-B57B791E1744}"/>
          </ac:spMkLst>
        </pc:spChg>
        <pc:spChg chg="add del">
          <ac:chgData name="Исламов Руслан" userId="31c09606bce21947" providerId="Windows Live" clId="Web-{2D7CDE39-CB82-49B2-9507-F6D4C06532A9}" dt="2023-05-02T15:04:58.651" v="3"/>
          <ac:spMkLst>
            <pc:docMk/>
            <pc:sldMk cId="1351651579" sldId="256"/>
            <ac:spMk id="59" creationId="{3D505D40-32E9-4C48-81F8-AD80433BE6B7}"/>
          </ac:spMkLst>
        </pc:spChg>
        <pc:spChg chg="add del">
          <ac:chgData name="Исламов Руслан" userId="31c09606bce21947" providerId="Windows Live" clId="Web-{2D7CDE39-CB82-49B2-9507-F6D4C06532A9}" dt="2023-05-02T15:04:58.651" v="3"/>
          <ac:spMkLst>
            <pc:docMk/>
            <pc:sldMk cId="1351651579" sldId="256"/>
            <ac:spMk id="60" creationId="{CF7F2079-504C-499A-A644-58F4DDC7643B}"/>
          </ac:spMkLst>
        </pc:spChg>
        <pc:spChg chg="add del">
          <ac:chgData name="Исламов Руслан" userId="31c09606bce21947" providerId="Windows Live" clId="Web-{2D7CDE39-CB82-49B2-9507-F6D4C06532A9}" dt="2023-05-02T15:07:43.704" v="5"/>
          <ac:spMkLst>
            <pc:docMk/>
            <pc:sldMk cId="1351651579" sldId="256"/>
            <ac:spMk id="72" creationId="{0760E4C7-47B8-4356-ABCA-CC9C79E2D2B6}"/>
          </ac:spMkLst>
        </pc:spChg>
        <pc:spChg chg="add del">
          <ac:chgData name="Исламов Руслан" userId="31c09606bce21947" providerId="Windows Live" clId="Web-{2D7CDE39-CB82-49B2-9507-F6D4C06532A9}" dt="2023-05-02T15:07:43.704" v="5"/>
          <ac:spMkLst>
            <pc:docMk/>
            <pc:sldMk cId="1351651579" sldId="256"/>
            <ac:spMk id="73" creationId="{CEB96CAC-5A33-8303-9C73-1B3220A5D3FA}"/>
          </ac:spMkLst>
        </pc:spChg>
        <pc:spChg chg="add">
          <ac:chgData name="Исламов Руслан" userId="31c09606bce21947" providerId="Windows Live" clId="Web-{2D7CDE39-CB82-49B2-9507-F6D4C06532A9}" dt="2023-05-02T15:07:43.892" v="6"/>
          <ac:spMkLst>
            <pc:docMk/>
            <pc:sldMk cId="1351651579" sldId="256"/>
            <ac:spMk id="81" creationId="{9733A6A7-E7EE-42C5-88DE-B09D16B38C13}"/>
          </ac:spMkLst>
        </pc:spChg>
        <pc:spChg chg="add">
          <ac:chgData name="Исламов Руслан" userId="31c09606bce21947" providerId="Windows Live" clId="Web-{2D7CDE39-CB82-49B2-9507-F6D4C06532A9}" dt="2023-05-02T15:07:43.892" v="6"/>
          <ac:spMkLst>
            <pc:docMk/>
            <pc:sldMk cId="1351651579" sldId="256"/>
            <ac:spMk id="82" creationId="{94D786EB-944C-47D5-B631-899F4029B02E}"/>
          </ac:spMkLst>
        </pc:spChg>
        <pc:spChg chg="add">
          <ac:chgData name="Исламов Руслан" userId="31c09606bce21947" providerId="Windows Live" clId="Web-{2D7CDE39-CB82-49B2-9507-F6D4C06532A9}" dt="2023-05-02T15:07:43.892" v="6"/>
          <ac:spMkLst>
            <pc:docMk/>
            <pc:sldMk cId="1351651579" sldId="256"/>
            <ac:spMk id="83" creationId="{BA6285CA-6AFA-4F27-AFB5-1B32CDE09B1A}"/>
          </ac:spMkLst>
        </pc:spChg>
        <pc:grpChg chg="add del">
          <ac:chgData name="Исламов Руслан" userId="31c09606bce21947" providerId="Windows Live" clId="Web-{2D7CDE39-CB82-49B2-9507-F6D4C06532A9}" dt="2023-05-02T15:04:58.651" v="3"/>
          <ac:grpSpMkLst>
            <pc:docMk/>
            <pc:sldMk cId="1351651579" sldId="256"/>
            <ac:grpSpMk id="61" creationId="{C507BF36-B92B-4CAC-BCA7-8364B51E1F09}"/>
          </ac:grpSpMkLst>
        </pc:grpChg>
        <pc:grpChg chg="add del">
          <ac:chgData name="Исламов Руслан" userId="31c09606bce21947" providerId="Windows Live" clId="Web-{2D7CDE39-CB82-49B2-9507-F6D4C06532A9}" dt="2023-05-02T15:04:58.651" v="3"/>
          <ac:grpSpMkLst>
            <pc:docMk/>
            <pc:sldMk cId="1351651579" sldId="256"/>
            <ac:grpSpMk id="69" creationId="{DBBA0A0D-8F6A-400A-9E49-8C008E2C7DB1}"/>
          </ac:grpSpMkLst>
        </pc:grpChg>
        <pc:grpChg chg="add">
          <ac:chgData name="Исламов Руслан" userId="31c09606bce21947" providerId="Windows Live" clId="Web-{2D7CDE39-CB82-49B2-9507-F6D4C06532A9}" dt="2023-05-02T15:07:43.892" v="6"/>
          <ac:grpSpMkLst>
            <pc:docMk/>
            <pc:sldMk cId="1351651579" sldId="256"/>
            <ac:grpSpMk id="84" creationId="{91108A0F-8C78-4294-B028-9F09581FC0A3}"/>
          </ac:grpSpMkLst>
        </pc:grpChg>
        <pc:picChg chg="mod ord">
          <ac:chgData name="Исламов Руслан" userId="31c09606bce21947" providerId="Windows Live" clId="Web-{2D7CDE39-CB82-49B2-9507-F6D4C06532A9}" dt="2023-05-02T15:07:43.892" v="6"/>
          <ac:picMkLst>
            <pc:docMk/>
            <pc:sldMk cId="1351651579" sldId="256"/>
            <ac:picMk id="4" creationId="{8973166D-2B06-FB2B-ED91-CE67237FC236}"/>
          </ac:picMkLst>
        </pc:picChg>
        <pc:cxnChg chg="add del">
          <ac:chgData name="Исламов Руслан" userId="31c09606bce21947" providerId="Windows Live" clId="Web-{2D7CDE39-CB82-49B2-9507-F6D4C06532A9}" dt="2023-05-02T15:07:43.704" v="5"/>
          <ac:cxnSpMkLst>
            <pc:docMk/>
            <pc:sldMk cId="1351651579" sldId="256"/>
            <ac:cxnSpMk id="74" creationId="{7454BE46-239F-BB50-4643-61FF5943B7F9}"/>
          </ac:cxnSpMkLst>
        </pc:cxnChg>
      </pc:sldChg>
      <pc:sldChg chg="addSp delSp modSp new mod setBg">
        <pc:chgData name="Исламов Руслан" userId="31c09606bce21947" providerId="Windows Live" clId="Web-{2D7CDE39-CB82-49B2-9507-F6D4C06532A9}" dt="2023-05-02T15:31:34.308" v="63" actId="20577"/>
        <pc:sldMkLst>
          <pc:docMk/>
          <pc:sldMk cId="1866093762" sldId="257"/>
        </pc:sldMkLst>
        <pc:spChg chg="mod">
          <ac:chgData name="Исламов Руслан" userId="31c09606bce21947" providerId="Windows Live" clId="Web-{2D7CDE39-CB82-49B2-9507-F6D4C06532A9}" dt="2023-05-02T15:17:31.290" v="14"/>
          <ac:spMkLst>
            <pc:docMk/>
            <pc:sldMk cId="1866093762" sldId="257"/>
            <ac:spMk id="2" creationId="{34168FF8-BB67-38A8-9400-1D13E6227284}"/>
          </ac:spMkLst>
        </pc:spChg>
        <pc:spChg chg="del">
          <ac:chgData name="Исламов Руслан" userId="31c09606bce21947" providerId="Windows Live" clId="Web-{2D7CDE39-CB82-49B2-9507-F6D4C06532A9}" dt="2023-05-02T15:17:02.976" v="8"/>
          <ac:spMkLst>
            <pc:docMk/>
            <pc:sldMk cId="1866093762" sldId="257"/>
            <ac:spMk id="3" creationId="{2EF50EB4-BC3F-4232-93BB-89E515337181}"/>
          </ac:spMkLst>
        </pc:spChg>
        <pc:spChg chg="add mod">
          <ac:chgData name="Исламов Руслан" userId="31c09606bce21947" providerId="Windows Live" clId="Web-{2D7CDE39-CB82-49B2-9507-F6D4C06532A9}" dt="2023-05-02T15:31:34.308" v="63" actId="20577"/>
          <ac:spMkLst>
            <pc:docMk/>
            <pc:sldMk cId="1866093762" sldId="257"/>
            <ac:spMk id="8" creationId="{982BA93A-BFB0-FD5A-8F10-F68D9AE30DA8}"/>
          </ac:spMkLst>
        </pc:spChg>
        <pc:spChg chg="add">
          <ac:chgData name="Исламов Руслан" userId="31c09606bce21947" providerId="Windows Live" clId="Web-{2D7CDE39-CB82-49B2-9507-F6D4C06532A9}" dt="2023-05-02T15:17:31.290" v="14"/>
          <ac:spMkLst>
            <pc:docMk/>
            <pc:sldMk cId="1866093762" sldId="257"/>
            <ac:spMk id="11" creationId="{1C582B07-D0F0-4B6B-A5D9-D2F192CB3A4E}"/>
          </ac:spMkLst>
        </pc:spChg>
        <pc:spChg chg="add">
          <ac:chgData name="Исламов Руслан" userId="31c09606bce21947" providerId="Windows Live" clId="Web-{2D7CDE39-CB82-49B2-9507-F6D4C06532A9}" dt="2023-05-02T15:17:31.290" v="14"/>
          <ac:spMkLst>
            <pc:docMk/>
            <pc:sldMk cId="1866093762" sldId="257"/>
            <ac:spMk id="13" creationId="{3712ED8D-807A-4E94-A9AF-C44676151773}"/>
          </ac:spMkLst>
        </pc:spChg>
        <pc:spChg chg="add">
          <ac:chgData name="Исламов Руслан" userId="31c09606bce21947" providerId="Windows Live" clId="Web-{2D7CDE39-CB82-49B2-9507-F6D4C06532A9}" dt="2023-05-02T15:17:31.290" v="14"/>
          <ac:spMkLst>
            <pc:docMk/>
            <pc:sldMk cId="1866093762" sldId="257"/>
            <ac:spMk id="15" creationId="{DA1A4301-6FFC-4C82-A1FA-7634D8CAA8F5}"/>
          </ac:spMkLst>
        </pc:spChg>
        <pc:spChg chg="add">
          <ac:chgData name="Исламов Руслан" userId="31c09606bce21947" providerId="Windows Live" clId="Web-{2D7CDE39-CB82-49B2-9507-F6D4C06532A9}" dt="2023-05-02T15:17:31.290" v="14"/>
          <ac:spMkLst>
            <pc:docMk/>
            <pc:sldMk cId="1866093762" sldId="257"/>
            <ac:spMk id="48" creationId="{D8667B21-A39C-4ABB-9CED-0DD4CD739502}"/>
          </ac:spMkLst>
        </pc:spChg>
        <pc:grpChg chg="add">
          <ac:chgData name="Исламов Руслан" userId="31c09606bce21947" providerId="Windows Live" clId="Web-{2D7CDE39-CB82-49B2-9507-F6D4C06532A9}" dt="2023-05-02T15:17:31.290" v="14"/>
          <ac:grpSpMkLst>
            <pc:docMk/>
            <pc:sldMk cId="1866093762" sldId="257"/>
            <ac:grpSpMk id="17" creationId="{8323DD1D-77DE-48B2-A0A0-6265801531E5}"/>
          </ac:grpSpMkLst>
        </pc:grpChg>
        <pc:picChg chg="add mod ord">
          <ac:chgData name="Исламов Руслан" userId="31c09606bce21947" providerId="Windows Live" clId="Web-{2D7CDE39-CB82-49B2-9507-F6D4C06532A9}" dt="2023-05-02T15:17:31.290" v="14"/>
          <ac:picMkLst>
            <pc:docMk/>
            <pc:sldMk cId="1866093762" sldId="257"/>
            <ac:picMk id="4" creationId="{D3B5F5BC-DF41-1C7A-A00F-3FC670C34766}"/>
          </ac:picMkLst>
        </pc:picChg>
      </pc:sldChg>
      <pc:sldChg chg="addSp modSp new mod setBg">
        <pc:chgData name="Исламов Руслан" userId="31c09606bce21947" providerId="Windows Live" clId="Web-{2D7CDE39-CB82-49B2-9507-F6D4C06532A9}" dt="2023-05-02T22:00:22.761" v="1631" actId="1076"/>
        <pc:sldMkLst>
          <pc:docMk/>
          <pc:sldMk cId="4118060893" sldId="258"/>
        </pc:sldMkLst>
        <pc:spChg chg="mod">
          <ac:chgData name="Исламов Руслан" userId="31c09606bce21947" providerId="Windows Live" clId="Web-{2D7CDE39-CB82-49B2-9507-F6D4C06532A9}" dt="2023-05-02T15:30:58.587" v="57"/>
          <ac:spMkLst>
            <pc:docMk/>
            <pc:sldMk cId="4118060893" sldId="258"/>
            <ac:spMk id="2" creationId="{A5A8F152-CC38-DADE-9D46-3C5758BA3BB7}"/>
          </ac:spMkLst>
        </pc:spChg>
        <pc:spChg chg="mod">
          <ac:chgData name="Исламов Руслан" userId="31c09606bce21947" providerId="Windows Live" clId="Web-{2D7CDE39-CB82-49B2-9507-F6D4C06532A9}" dt="2023-05-02T22:00:22.761" v="1631" actId="1076"/>
          <ac:spMkLst>
            <pc:docMk/>
            <pc:sldMk cId="4118060893" sldId="258"/>
            <ac:spMk id="3" creationId="{D33CAD30-B39F-F6C0-BE9D-DB585F5DAF4E}"/>
          </ac:spMkLst>
        </pc:spChg>
        <pc:spChg chg="add">
          <ac:chgData name="Исламов Руслан" userId="31c09606bce21947" providerId="Windows Live" clId="Web-{2D7CDE39-CB82-49B2-9507-F6D4C06532A9}" dt="2023-05-02T15:30:58.587" v="57"/>
          <ac:spMkLst>
            <pc:docMk/>
            <pc:sldMk cId="4118060893" sldId="258"/>
            <ac:spMk id="9" creationId="{1C582B07-D0F0-4B6B-A5D9-D2F192CB3A4E}"/>
          </ac:spMkLst>
        </pc:spChg>
        <pc:spChg chg="add">
          <ac:chgData name="Исламов Руслан" userId="31c09606bce21947" providerId="Windows Live" clId="Web-{2D7CDE39-CB82-49B2-9507-F6D4C06532A9}" dt="2023-05-02T15:30:58.587" v="57"/>
          <ac:spMkLst>
            <pc:docMk/>
            <pc:sldMk cId="4118060893" sldId="258"/>
            <ac:spMk id="11" creationId="{90B4ACB0-2B52-48C2-9BC9-553BE73567FC}"/>
          </ac:spMkLst>
        </pc:spChg>
        <pc:spChg chg="add">
          <ac:chgData name="Исламов Руслан" userId="31c09606bce21947" providerId="Windows Live" clId="Web-{2D7CDE39-CB82-49B2-9507-F6D4C06532A9}" dt="2023-05-02T15:30:58.587" v="57"/>
          <ac:spMkLst>
            <pc:docMk/>
            <pc:sldMk cId="4118060893" sldId="258"/>
            <ac:spMk id="13" creationId="{DA1A4301-6FFC-4C82-A1FA-7634D8CAA8F5}"/>
          </ac:spMkLst>
        </pc:spChg>
        <pc:grpChg chg="add">
          <ac:chgData name="Исламов Руслан" userId="31c09606bce21947" providerId="Windows Live" clId="Web-{2D7CDE39-CB82-49B2-9507-F6D4C06532A9}" dt="2023-05-02T15:30:58.587" v="57"/>
          <ac:grpSpMkLst>
            <pc:docMk/>
            <pc:sldMk cId="4118060893" sldId="258"/>
            <ac:grpSpMk id="15" creationId="{8323DD1D-77DE-48B2-A0A0-6265801531E5}"/>
          </ac:grpSpMkLst>
        </pc:grpChg>
        <pc:picChg chg="add mod">
          <ac:chgData name="Исламов Руслан" userId="31c09606bce21947" providerId="Windows Live" clId="Web-{2D7CDE39-CB82-49B2-9507-F6D4C06532A9}" dt="2023-05-02T15:30:58.587" v="57"/>
          <ac:picMkLst>
            <pc:docMk/>
            <pc:sldMk cId="4118060893" sldId="258"/>
            <ac:picMk id="4" creationId="{2194B33A-2F9E-5891-C757-EE5CB37ED288}"/>
          </ac:picMkLst>
        </pc:picChg>
      </pc:sldChg>
      <pc:sldChg chg="addSp delSp modSp new mod setBg">
        <pc:chgData name="Исламов Руслан" userId="31c09606bce21947" providerId="Windows Live" clId="Web-{2D7CDE39-CB82-49B2-9507-F6D4C06532A9}" dt="2023-05-02T15:53:52.142" v="150"/>
        <pc:sldMkLst>
          <pc:docMk/>
          <pc:sldMk cId="1574336348" sldId="259"/>
        </pc:sldMkLst>
        <pc:spChg chg="mod">
          <ac:chgData name="Исламов Руслан" userId="31c09606bce21947" providerId="Windows Live" clId="Web-{2D7CDE39-CB82-49B2-9507-F6D4C06532A9}" dt="2023-05-02T15:53:52.142" v="150"/>
          <ac:spMkLst>
            <pc:docMk/>
            <pc:sldMk cId="1574336348" sldId="259"/>
            <ac:spMk id="2" creationId="{CCDFF7D9-0400-E02B-F9F3-FAB6107D1958}"/>
          </ac:spMkLst>
        </pc:spChg>
        <pc:spChg chg="mod ord">
          <ac:chgData name="Исламов Руслан" userId="31c09606bce21947" providerId="Windows Live" clId="Web-{2D7CDE39-CB82-49B2-9507-F6D4C06532A9}" dt="2023-05-02T15:53:52.142" v="150"/>
          <ac:spMkLst>
            <pc:docMk/>
            <pc:sldMk cId="1574336348" sldId="259"/>
            <ac:spMk id="3" creationId="{C0DEA5B9-EBCC-8699-4033-702510055335}"/>
          </ac:spMkLst>
        </pc:spChg>
        <pc:spChg chg="add del">
          <ac:chgData name="Исламов Руслан" userId="31c09606bce21947" providerId="Windows Live" clId="Web-{2D7CDE39-CB82-49B2-9507-F6D4C06532A9}" dt="2023-05-02T15:53:36.782" v="147"/>
          <ac:spMkLst>
            <pc:docMk/>
            <pc:sldMk cId="1574336348" sldId="259"/>
            <ac:spMk id="6" creationId="{1C582B07-D0F0-4B6B-A5D9-D2F192CB3A4E}"/>
          </ac:spMkLst>
        </pc:spChg>
        <pc:spChg chg="add del">
          <ac:chgData name="Исламов Руслан" userId="31c09606bce21947" providerId="Windows Live" clId="Web-{2D7CDE39-CB82-49B2-9507-F6D4C06532A9}" dt="2023-05-02T15:53:36.782" v="147"/>
          <ac:spMkLst>
            <pc:docMk/>
            <pc:sldMk cId="1574336348" sldId="259"/>
            <ac:spMk id="7" creationId="{90B4ACB0-2B52-48C2-9BC9-553BE73567FC}"/>
          </ac:spMkLst>
        </pc:spChg>
        <pc:spChg chg="add del">
          <ac:chgData name="Исламов Руслан" userId="31c09606bce21947" providerId="Windows Live" clId="Web-{2D7CDE39-CB82-49B2-9507-F6D4C06532A9}" dt="2023-05-02T15:53:36.782" v="147"/>
          <ac:spMkLst>
            <pc:docMk/>
            <pc:sldMk cId="1574336348" sldId="259"/>
            <ac:spMk id="8" creationId="{DA1A4301-6FFC-4C82-A1FA-7634D8CAA8F5}"/>
          </ac:spMkLst>
        </pc:spChg>
        <pc:spChg chg="add del">
          <ac:chgData name="Исламов Руслан" userId="31c09606bce21947" providerId="Windows Live" clId="Web-{2D7CDE39-CB82-49B2-9507-F6D4C06532A9}" dt="2023-05-02T15:51:18.964" v="139"/>
          <ac:spMkLst>
            <pc:docMk/>
            <pc:sldMk cId="1574336348" sldId="259"/>
            <ac:spMk id="9" creationId="{1C582B07-D0F0-4B6B-A5D9-D2F192CB3A4E}"/>
          </ac:spMkLst>
        </pc:spChg>
        <pc:spChg chg="add del">
          <ac:chgData name="Исламов Руслан" userId="31c09606bce21947" providerId="Windows Live" clId="Web-{2D7CDE39-CB82-49B2-9507-F6D4C06532A9}" dt="2023-05-02T15:51:18.964" v="139"/>
          <ac:spMkLst>
            <pc:docMk/>
            <pc:sldMk cId="1574336348" sldId="259"/>
            <ac:spMk id="11" creationId="{90B4ACB0-2B52-48C2-9BC9-553BE73567FC}"/>
          </ac:spMkLst>
        </pc:spChg>
        <pc:spChg chg="add del">
          <ac:chgData name="Исламов Руслан" userId="31c09606bce21947" providerId="Windows Live" clId="Web-{2D7CDE39-CB82-49B2-9507-F6D4C06532A9}" dt="2023-05-02T15:51:18.964" v="139"/>
          <ac:spMkLst>
            <pc:docMk/>
            <pc:sldMk cId="1574336348" sldId="259"/>
            <ac:spMk id="13" creationId="{DA1A4301-6FFC-4C82-A1FA-7634D8CAA8F5}"/>
          </ac:spMkLst>
        </pc:spChg>
        <pc:spChg chg="add del">
          <ac:chgData name="Исламов Руслан" userId="31c09606bce21947" providerId="Windows Live" clId="Web-{2D7CDE39-CB82-49B2-9507-F6D4C06532A9}" dt="2023-05-02T15:53:07.702" v="145"/>
          <ac:spMkLst>
            <pc:docMk/>
            <pc:sldMk cId="1574336348" sldId="259"/>
            <ac:spMk id="47" creationId="{1C582B07-D0F0-4B6B-A5D9-D2F192CB3A4E}"/>
          </ac:spMkLst>
        </pc:spChg>
        <pc:spChg chg="add del">
          <ac:chgData name="Исламов Руслан" userId="31c09606bce21947" providerId="Windows Live" clId="Web-{2D7CDE39-CB82-49B2-9507-F6D4C06532A9}" dt="2023-05-02T15:53:07.702" v="145"/>
          <ac:spMkLst>
            <pc:docMk/>
            <pc:sldMk cId="1574336348" sldId="259"/>
            <ac:spMk id="48" creationId="{5839FC30-63C9-4643-98EF-7B1C31BE3906}"/>
          </ac:spMkLst>
        </pc:spChg>
        <pc:spChg chg="add del">
          <ac:chgData name="Исламов Руслан" userId="31c09606bce21947" providerId="Windows Live" clId="Web-{2D7CDE39-CB82-49B2-9507-F6D4C06532A9}" dt="2023-05-02T15:53:07.702" v="145"/>
          <ac:spMkLst>
            <pc:docMk/>
            <pc:sldMk cId="1574336348" sldId="259"/>
            <ac:spMk id="49" creationId="{2B76B338-5C91-48AF-BFFC-93C8AAD6D5C4}"/>
          </ac:spMkLst>
        </pc:spChg>
        <pc:spChg chg="add del">
          <ac:chgData name="Исламов Руслан" userId="31c09606bce21947" providerId="Windows Live" clId="Web-{2D7CDE39-CB82-49B2-9507-F6D4C06532A9}" dt="2023-05-02T15:53:07.702" v="145"/>
          <ac:spMkLst>
            <pc:docMk/>
            <pc:sldMk cId="1574336348" sldId="259"/>
            <ac:spMk id="50" creationId="{07FE80B3-9970-48B3-8883-81ED2FE4A3FB}"/>
          </ac:spMkLst>
        </pc:spChg>
        <pc:spChg chg="add del">
          <ac:chgData name="Исламов Руслан" userId="31c09606bce21947" providerId="Windows Live" clId="Web-{2D7CDE39-CB82-49B2-9507-F6D4C06532A9}" dt="2023-05-02T15:53:52.110" v="149"/>
          <ac:spMkLst>
            <pc:docMk/>
            <pc:sldMk cId="1574336348" sldId="259"/>
            <ac:spMk id="51" creationId="{1C582B07-D0F0-4B6B-A5D9-D2F192CB3A4E}"/>
          </ac:spMkLst>
        </pc:spChg>
        <pc:spChg chg="add del">
          <ac:chgData name="Исламов Руслан" userId="31c09606bce21947" providerId="Windows Live" clId="Web-{2D7CDE39-CB82-49B2-9507-F6D4C06532A9}" dt="2023-05-02T15:53:52.110" v="149"/>
          <ac:spMkLst>
            <pc:docMk/>
            <pc:sldMk cId="1574336348" sldId="259"/>
            <ac:spMk id="52" creationId="{B205CA4C-4876-4E28-97E0-1162D662A29A}"/>
          </ac:spMkLst>
        </pc:spChg>
        <pc:spChg chg="add del">
          <ac:chgData name="Исламов Руслан" userId="31c09606bce21947" providerId="Windows Live" clId="Web-{2D7CDE39-CB82-49B2-9507-F6D4C06532A9}" dt="2023-05-02T15:53:52.110" v="149"/>
          <ac:spMkLst>
            <pc:docMk/>
            <pc:sldMk cId="1574336348" sldId="259"/>
            <ac:spMk id="53" creationId="{2E08B368-A2A8-4357-B416-37C258EFEE08}"/>
          </ac:spMkLst>
        </pc:spChg>
        <pc:spChg chg="add del">
          <ac:chgData name="Исламов Руслан" userId="31c09606bce21947" providerId="Windows Live" clId="Web-{2D7CDE39-CB82-49B2-9507-F6D4C06532A9}" dt="2023-05-02T15:53:52.110" v="149"/>
          <ac:spMkLst>
            <pc:docMk/>
            <pc:sldMk cId="1574336348" sldId="259"/>
            <ac:spMk id="54" creationId="{A890253F-325A-4AC7-AF5F-06FB890E8F0E}"/>
          </ac:spMkLst>
        </pc:spChg>
        <pc:spChg chg="add">
          <ac:chgData name="Исламов Руслан" userId="31c09606bce21947" providerId="Windows Live" clId="Web-{2D7CDE39-CB82-49B2-9507-F6D4C06532A9}" dt="2023-05-02T15:53:52.142" v="150"/>
          <ac:spMkLst>
            <pc:docMk/>
            <pc:sldMk cId="1574336348" sldId="259"/>
            <ac:spMk id="57" creationId="{1C582B07-D0F0-4B6B-A5D9-D2F192CB3A4E}"/>
          </ac:spMkLst>
        </pc:spChg>
        <pc:spChg chg="add">
          <ac:chgData name="Исламов Руслан" userId="31c09606bce21947" providerId="Windows Live" clId="Web-{2D7CDE39-CB82-49B2-9507-F6D4C06532A9}" dt="2023-05-02T15:53:52.142" v="150"/>
          <ac:spMkLst>
            <pc:docMk/>
            <pc:sldMk cId="1574336348" sldId="259"/>
            <ac:spMk id="58" creationId="{90B4ACB0-2B52-48C2-9BC9-553BE73567FC}"/>
          </ac:spMkLst>
        </pc:spChg>
        <pc:spChg chg="add">
          <ac:chgData name="Исламов Руслан" userId="31c09606bce21947" providerId="Windows Live" clId="Web-{2D7CDE39-CB82-49B2-9507-F6D4C06532A9}" dt="2023-05-02T15:53:52.142" v="150"/>
          <ac:spMkLst>
            <pc:docMk/>
            <pc:sldMk cId="1574336348" sldId="259"/>
            <ac:spMk id="59" creationId="{DA1A4301-6FFC-4C82-A1FA-7634D8CAA8F5}"/>
          </ac:spMkLst>
        </pc:spChg>
        <pc:grpChg chg="add del">
          <ac:chgData name="Исламов Руслан" userId="31c09606bce21947" providerId="Windows Live" clId="Web-{2D7CDE39-CB82-49B2-9507-F6D4C06532A9}" dt="2023-05-02T15:53:36.782" v="147"/>
          <ac:grpSpMkLst>
            <pc:docMk/>
            <pc:sldMk cId="1574336348" sldId="259"/>
            <ac:grpSpMk id="10" creationId="{8323DD1D-77DE-48B2-A0A0-6265801531E5}"/>
          </ac:grpSpMkLst>
        </pc:grpChg>
        <pc:grpChg chg="add del">
          <ac:chgData name="Исламов Руслан" userId="31c09606bce21947" providerId="Windows Live" clId="Web-{2D7CDE39-CB82-49B2-9507-F6D4C06532A9}" dt="2023-05-02T15:51:18.964" v="139"/>
          <ac:grpSpMkLst>
            <pc:docMk/>
            <pc:sldMk cId="1574336348" sldId="259"/>
            <ac:grpSpMk id="15" creationId="{8323DD1D-77DE-48B2-A0A0-6265801531E5}"/>
          </ac:grpSpMkLst>
        </pc:grpChg>
        <pc:grpChg chg="add del">
          <ac:chgData name="Исламов Руслан" userId="31c09606bce21947" providerId="Windows Live" clId="Web-{2D7CDE39-CB82-49B2-9507-F6D4C06532A9}" dt="2023-05-02T15:53:07.702" v="145"/>
          <ac:grpSpMkLst>
            <pc:docMk/>
            <pc:sldMk cId="1574336348" sldId="259"/>
            <ac:grpSpMk id="17" creationId="{8323DD1D-77DE-48B2-A0A0-6265801531E5}"/>
          </ac:grpSpMkLst>
        </pc:grpChg>
        <pc:grpChg chg="add del">
          <ac:chgData name="Исламов Руслан" userId="31c09606bce21947" providerId="Windows Live" clId="Web-{2D7CDE39-CB82-49B2-9507-F6D4C06532A9}" dt="2023-05-02T15:53:52.110" v="149"/>
          <ac:grpSpMkLst>
            <pc:docMk/>
            <pc:sldMk cId="1574336348" sldId="259"/>
            <ac:grpSpMk id="55" creationId="{8323DD1D-77DE-48B2-A0A0-6265801531E5}"/>
          </ac:grpSpMkLst>
        </pc:grpChg>
        <pc:grpChg chg="add">
          <ac:chgData name="Исламов Руслан" userId="31c09606bce21947" providerId="Windows Live" clId="Web-{2D7CDE39-CB82-49B2-9507-F6D4C06532A9}" dt="2023-05-02T15:53:52.142" v="150"/>
          <ac:grpSpMkLst>
            <pc:docMk/>
            <pc:sldMk cId="1574336348" sldId="259"/>
            <ac:grpSpMk id="60" creationId="{8323DD1D-77DE-48B2-A0A0-6265801531E5}"/>
          </ac:grpSpMkLst>
        </pc:grpChg>
        <pc:picChg chg="add mod">
          <ac:chgData name="Исламов Руслан" userId="31c09606bce21947" providerId="Windows Live" clId="Web-{2D7CDE39-CB82-49B2-9507-F6D4C06532A9}" dt="2023-05-02T15:53:52.142" v="150"/>
          <ac:picMkLst>
            <pc:docMk/>
            <pc:sldMk cId="1574336348" sldId="259"/>
            <ac:picMk id="4" creationId="{E6E2DDE0-6432-43F4-96C6-73F15AE3D460}"/>
          </ac:picMkLst>
        </pc:picChg>
      </pc:sldChg>
      <pc:sldChg chg="addSp delSp modSp new mod setBg addAnim delAnim modAnim">
        <pc:chgData name="Исламов Руслан" userId="31c09606bce21947" providerId="Windows Live" clId="Web-{2D7CDE39-CB82-49B2-9507-F6D4C06532A9}" dt="2023-05-02T17:05:08.688" v="390"/>
        <pc:sldMkLst>
          <pc:docMk/>
          <pc:sldMk cId="2597939136" sldId="260"/>
        </pc:sldMkLst>
        <pc:spChg chg="mod ord">
          <ac:chgData name="Исламов Руслан" userId="31c09606bce21947" providerId="Windows Live" clId="Web-{2D7CDE39-CB82-49B2-9507-F6D4C06532A9}" dt="2023-05-02T16:22:06.082" v="238"/>
          <ac:spMkLst>
            <pc:docMk/>
            <pc:sldMk cId="2597939136" sldId="260"/>
            <ac:spMk id="2" creationId="{EEF06E6D-242C-EAF0-51D4-7D6E26E99AB1}"/>
          </ac:spMkLst>
        </pc:spChg>
        <pc:spChg chg="del">
          <ac:chgData name="Исламов Руслан" userId="31c09606bce21947" providerId="Windows Live" clId="Web-{2D7CDE39-CB82-49B2-9507-F6D4C06532A9}" dt="2023-05-02T16:09:27.168" v="152"/>
          <ac:spMkLst>
            <pc:docMk/>
            <pc:sldMk cId="2597939136" sldId="260"/>
            <ac:spMk id="3" creationId="{E2C273E9-1B24-ADFD-336F-69E0212D8711}"/>
          </ac:spMkLst>
        </pc:spChg>
        <pc:spChg chg="add del mod">
          <ac:chgData name="Исламов Руслан" userId="31c09606bce21947" providerId="Windows Live" clId="Web-{2D7CDE39-CB82-49B2-9507-F6D4C06532A9}" dt="2023-05-02T16:10:19.266" v="159"/>
          <ac:spMkLst>
            <pc:docMk/>
            <pc:sldMk cId="2597939136" sldId="260"/>
            <ac:spMk id="6" creationId="{912B0612-500C-1D0D-F4D3-22C77C47EC96}"/>
          </ac:spMkLst>
        </pc:spChg>
        <pc:spChg chg="add">
          <ac:chgData name="Исламов Руслан" userId="31c09606bce21947" providerId="Windows Live" clId="Web-{2D7CDE39-CB82-49B2-9507-F6D4C06532A9}" dt="2023-05-02T16:10:48.315" v="173"/>
          <ac:spMkLst>
            <pc:docMk/>
            <pc:sldMk cId="2597939136" sldId="260"/>
            <ac:spMk id="8" creationId="{75201E08-0943-ABF9-2B79-341DEC8CB934}"/>
          </ac:spMkLst>
        </pc:spChg>
        <pc:spChg chg="add del">
          <ac:chgData name="Исламов Руслан" userId="31c09606bce21947" providerId="Windows Live" clId="Web-{2D7CDE39-CB82-49B2-9507-F6D4C06532A9}" dt="2023-05-02T16:22:49.225" v="241"/>
          <ac:spMkLst>
            <pc:docMk/>
            <pc:sldMk cId="2597939136" sldId="260"/>
            <ac:spMk id="9" creationId="{82358C37-0D20-403F-9FBE-80D3354EDA22}"/>
          </ac:spMkLst>
        </pc:spChg>
        <pc:spChg chg="add del">
          <ac:chgData name="Исламов Руслан" userId="31c09606bce21947" providerId="Windows Live" clId="Web-{2D7CDE39-CB82-49B2-9507-F6D4C06532A9}" dt="2023-05-02T16:12:05.273" v="179"/>
          <ac:spMkLst>
            <pc:docMk/>
            <pc:sldMk cId="2597939136" sldId="260"/>
            <ac:spMk id="13" creationId="{A4798C7F-C8CA-4799-BF37-3AB4642CDB66}"/>
          </ac:spMkLst>
        </pc:spChg>
        <pc:spChg chg="add del">
          <ac:chgData name="Исламов Руслан" userId="31c09606bce21947" providerId="Windows Live" clId="Web-{2D7CDE39-CB82-49B2-9507-F6D4C06532A9}" dt="2023-05-02T16:12:05.273" v="179"/>
          <ac:spMkLst>
            <pc:docMk/>
            <pc:sldMk cId="2597939136" sldId="260"/>
            <ac:spMk id="46" creationId="{216BB147-20D5-4D93-BDA5-1BC614D6A4B2}"/>
          </ac:spMkLst>
        </pc:spChg>
        <pc:spChg chg="add del">
          <ac:chgData name="Исламов Руслан" userId="31c09606bce21947" providerId="Windows Live" clId="Web-{2D7CDE39-CB82-49B2-9507-F6D4C06532A9}" dt="2023-05-02T16:12:05.273" v="179"/>
          <ac:spMkLst>
            <pc:docMk/>
            <pc:sldMk cId="2597939136" sldId="260"/>
            <ac:spMk id="48" creationId="{0A253F60-DE40-4508-A37A-61331DF1DD5D}"/>
          </ac:spMkLst>
        </pc:spChg>
        <pc:spChg chg="add del">
          <ac:chgData name="Исламов Руслан" userId="31c09606bce21947" providerId="Windows Live" clId="Web-{2D7CDE39-CB82-49B2-9507-F6D4C06532A9}" dt="2023-05-02T16:12:05.273" v="179"/>
          <ac:spMkLst>
            <pc:docMk/>
            <pc:sldMk cId="2597939136" sldId="260"/>
            <ac:spMk id="50" creationId="{9A0D6220-3DFE-4182-9152-9135493A6BDA}"/>
          </ac:spMkLst>
        </pc:spChg>
        <pc:spChg chg="add del">
          <ac:chgData name="Исламов Руслан" userId="31c09606bce21947" providerId="Windows Live" clId="Web-{2D7CDE39-CB82-49B2-9507-F6D4C06532A9}" dt="2023-05-02T16:12:05.273" v="179"/>
          <ac:spMkLst>
            <pc:docMk/>
            <pc:sldMk cId="2597939136" sldId="260"/>
            <ac:spMk id="83" creationId="{4E1EF4E8-5513-4BF5-BC41-04645281C672}"/>
          </ac:spMkLst>
        </pc:spChg>
        <pc:spChg chg="add del">
          <ac:chgData name="Исламов Руслан" userId="31c09606bce21947" providerId="Windows Live" clId="Web-{2D7CDE39-CB82-49B2-9507-F6D4C06532A9}" dt="2023-05-02T16:12:05.273" v="179"/>
          <ac:spMkLst>
            <pc:docMk/>
            <pc:sldMk cId="2597939136" sldId="260"/>
            <ac:spMk id="85" creationId="{D22FBD32-C88A-4C1D-BC76-613A93944B72}"/>
          </ac:spMkLst>
        </pc:spChg>
        <pc:spChg chg="add del">
          <ac:chgData name="Исламов Руслан" userId="31c09606bce21947" providerId="Windows Live" clId="Web-{2D7CDE39-CB82-49B2-9507-F6D4C06532A9}" dt="2023-05-02T16:11:54.679" v="176"/>
          <ac:spMkLst>
            <pc:docMk/>
            <pc:sldMk cId="2597939136" sldId="260"/>
            <ac:spMk id="120" creationId="{F2814F34-CC67-AB42-DE76-9F60E9A127B0}"/>
          </ac:spMkLst>
        </pc:spChg>
        <pc:spChg chg="add del">
          <ac:chgData name="Исламов Руслан" userId="31c09606bce21947" providerId="Windows Live" clId="Web-{2D7CDE39-CB82-49B2-9507-F6D4C06532A9}" dt="2023-05-02T16:12:05.258" v="178"/>
          <ac:spMkLst>
            <pc:docMk/>
            <pc:sldMk cId="2597939136" sldId="260"/>
            <ac:spMk id="121" creationId="{A4798C7F-C8CA-4799-BF37-3AB4642CDB66}"/>
          </ac:spMkLst>
        </pc:spChg>
        <pc:spChg chg="add del">
          <ac:chgData name="Исламов Руслан" userId="31c09606bce21947" providerId="Windows Live" clId="Web-{2D7CDE39-CB82-49B2-9507-F6D4C06532A9}" dt="2023-05-02T16:11:54.679" v="176"/>
          <ac:spMkLst>
            <pc:docMk/>
            <pc:sldMk cId="2597939136" sldId="260"/>
            <ac:spMk id="123" creationId="{07678F73-9880-405C-9E21-2CC82BD044AE}"/>
          </ac:spMkLst>
        </pc:spChg>
        <pc:spChg chg="add del">
          <ac:chgData name="Исламов Руслан" userId="31c09606bce21947" providerId="Windows Live" clId="Web-{2D7CDE39-CB82-49B2-9507-F6D4C06532A9}" dt="2023-05-02T16:11:54.679" v="176"/>
          <ac:spMkLst>
            <pc:docMk/>
            <pc:sldMk cId="2597939136" sldId="260"/>
            <ac:spMk id="125" creationId="{1C582B07-D0F0-4B6B-A5D9-D2F192CB3A4E}"/>
          </ac:spMkLst>
        </pc:spChg>
        <pc:spChg chg="add del">
          <ac:chgData name="Исламов Руслан" userId="31c09606bce21947" providerId="Windows Live" clId="Web-{2D7CDE39-CB82-49B2-9507-F6D4C06532A9}" dt="2023-05-02T16:11:54.679" v="176"/>
          <ac:spMkLst>
            <pc:docMk/>
            <pc:sldMk cId="2597939136" sldId="260"/>
            <ac:spMk id="127" creationId="{DA1A4301-6FFC-4C82-A1FA-7634D8CAA8F5}"/>
          </ac:spMkLst>
        </pc:spChg>
        <pc:spChg chg="add del">
          <ac:chgData name="Исламов Руслан" userId="31c09606bce21947" providerId="Windows Live" clId="Web-{2D7CDE39-CB82-49B2-9507-F6D4C06532A9}" dt="2023-05-02T16:12:05.258" v="178"/>
          <ac:spMkLst>
            <pc:docMk/>
            <pc:sldMk cId="2597939136" sldId="260"/>
            <ac:spMk id="154" creationId="{216BB147-20D5-4D93-BDA5-1BC614D6A4B2}"/>
          </ac:spMkLst>
        </pc:spChg>
        <pc:spChg chg="add del">
          <ac:chgData name="Исламов Руслан" userId="31c09606bce21947" providerId="Windows Live" clId="Web-{2D7CDE39-CB82-49B2-9507-F6D4C06532A9}" dt="2023-05-02T16:12:05.258" v="178"/>
          <ac:spMkLst>
            <pc:docMk/>
            <pc:sldMk cId="2597939136" sldId="260"/>
            <ac:spMk id="156" creationId="{0A253F60-DE40-4508-A37A-61331DF1DD5D}"/>
          </ac:spMkLst>
        </pc:spChg>
        <pc:spChg chg="add del">
          <ac:chgData name="Исламов Руслан" userId="31c09606bce21947" providerId="Windows Live" clId="Web-{2D7CDE39-CB82-49B2-9507-F6D4C06532A9}" dt="2023-05-02T16:12:05.258" v="178"/>
          <ac:spMkLst>
            <pc:docMk/>
            <pc:sldMk cId="2597939136" sldId="260"/>
            <ac:spMk id="158" creationId="{9A0D6220-3DFE-4182-9152-9135493A6BDA}"/>
          </ac:spMkLst>
        </pc:spChg>
        <pc:spChg chg="add del">
          <ac:chgData name="Исламов Руслан" userId="31c09606bce21947" providerId="Windows Live" clId="Web-{2D7CDE39-CB82-49B2-9507-F6D4C06532A9}" dt="2023-05-02T16:12:05.258" v="178"/>
          <ac:spMkLst>
            <pc:docMk/>
            <pc:sldMk cId="2597939136" sldId="260"/>
            <ac:spMk id="191" creationId="{4E1EF4E8-5513-4BF5-BC41-04645281C672}"/>
          </ac:spMkLst>
        </pc:spChg>
        <pc:spChg chg="add del">
          <ac:chgData name="Исламов Руслан" userId="31c09606bce21947" providerId="Windows Live" clId="Web-{2D7CDE39-CB82-49B2-9507-F6D4C06532A9}" dt="2023-05-02T16:12:05.258" v="178"/>
          <ac:spMkLst>
            <pc:docMk/>
            <pc:sldMk cId="2597939136" sldId="260"/>
            <ac:spMk id="193" creationId="{D22FBD32-C88A-4C1D-BC76-613A93944B72}"/>
          </ac:spMkLst>
        </pc:spChg>
        <pc:spChg chg="add del">
          <ac:chgData name="Исламов Руслан" userId="31c09606bce21947" providerId="Windows Live" clId="Web-{2D7CDE39-CB82-49B2-9507-F6D4C06532A9}" dt="2023-05-02T16:22:06.082" v="238"/>
          <ac:spMkLst>
            <pc:docMk/>
            <pc:sldMk cId="2597939136" sldId="260"/>
            <ac:spMk id="227" creationId="{07678F73-9880-405C-9E21-2CC82BD044AE}"/>
          </ac:spMkLst>
        </pc:spChg>
        <pc:spChg chg="add del">
          <ac:chgData name="Исламов Руслан" userId="31c09606bce21947" providerId="Windows Live" clId="Web-{2D7CDE39-CB82-49B2-9507-F6D4C06532A9}" dt="2023-05-02T16:22:06.082" v="238"/>
          <ac:spMkLst>
            <pc:docMk/>
            <pc:sldMk cId="2597939136" sldId="260"/>
            <ac:spMk id="228" creationId="{1C582B07-D0F0-4B6B-A5D9-D2F192CB3A4E}"/>
          </ac:spMkLst>
        </pc:spChg>
        <pc:spChg chg="add del">
          <ac:chgData name="Исламов Руслан" userId="31c09606bce21947" providerId="Windows Live" clId="Web-{2D7CDE39-CB82-49B2-9507-F6D4C06532A9}" dt="2023-05-02T16:22:06.082" v="238"/>
          <ac:spMkLst>
            <pc:docMk/>
            <pc:sldMk cId="2597939136" sldId="260"/>
            <ac:spMk id="229" creationId="{DA1A4301-6FFC-4C82-A1FA-7634D8CAA8F5}"/>
          </ac:spMkLst>
        </pc:spChg>
        <pc:spChg chg="add del">
          <ac:chgData name="Исламов Руслан" userId="31c09606bce21947" providerId="Windows Live" clId="Web-{2D7CDE39-CB82-49B2-9507-F6D4C06532A9}" dt="2023-05-02T16:21:09.671" v="231"/>
          <ac:spMkLst>
            <pc:docMk/>
            <pc:sldMk cId="2597939136" sldId="260"/>
            <ac:spMk id="234" creationId="{F2814F34-CC67-AB42-DE76-9F60E9A127B0}"/>
          </ac:spMkLst>
        </pc:spChg>
        <pc:spChg chg="add del">
          <ac:chgData name="Исламов Руслан" userId="31c09606bce21947" providerId="Windows Live" clId="Web-{2D7CDE39-CB82-49B2-9507-F6D4C06532A9}" dt="2023-05-02T16:21:53.206" v="233"/>
          <ac:spMkLst>
            <pc:docMk/>
            <pc:sldMk cId="2597939136" sldId="260"/>
            <ac:spMk id="238" creationId="{A4798C7F-C8CA-4799-BF37-3AB4642CDB66}"/>
          </ac:spMkLst>
        </pc:spChg>
        <pc:spChg chg="add del">
          <ac:chgData name="Исламов Руслан" userId="31c09606bce21947" providerId="Windows Live" clId="Web-{2D7CDE39-CB82-49B2-9507-F6D4C06532A9}" dt="2023-05-02T16:21:53.206" v="233"/>
          <ac:spMkLst>
            <pc:docMk/>
            <pc:sldMk cId="2597939136" sldId="260"/>
            <ac:spMk id="271" creationId="{216BB147-20D5-4D93-BDA5-1BC614D6A4B2}"/>
          </ac:spMkLst>
        </pc:spChg>
        <pc:spChg chg="add del">
          <ac:chgData name="Исламов Руслан" userId="31c09606bce21947" providerId="Windows Live" clId="Web-{2D7CDE39-CB82-49B2-9507-F6D4C06532A9}" dt="2023-05-02T16:21:53.206" v="233"/>
          <ac:spMkLst>
            <pc:docMk/>
            <pc:sldMk cId="2597939136" sldId="260"/>
            <ac:spMk id="273" creationId="{0A253F60-DE40-4508-A37A-61331DF1DD5D}"/>
          </ac:spMkLst>
        </pc:spChg>
        <pc:spChg chg="add del">
          <ac:chgData name="Исламов Руслан" userId="31c09606bce21947" providerId="Windows Live" clId="Web-{2D7CDE39-CB82-49B2-9507-F6D4C06532A9}" dt="2023-05-02T16:21:53.206" v="233"/>
          <ac:spMkLst>
            <pc:docMk/>
            <pc:sldMk cId="2597939136" sldId="260"/>
            <ac:spMk id="275" creationId="{9A0D6220-3DFE-4182-9152-9135493A6BDA}"/>
          </ac:spMkLst>
        </pc:spChg>
        <pc:spChg chg="add del">
          <ac:chgData name="Исламов Руслан" userId="31c09606bce21947" providerId="Windows Live" clId="Web-{2D7CDE39-CB82-49B2-9507-F6D4C06532A9}" dt="2023-05-02T16:21:53.206" v="233"/>
          <ac:spMkLst>
            <pc:docMk/>
            <pc:sldMk cId="2597939136" sldId="260"/>
            <ac:spMk id="308" creationId="{13B6DAC6-0186-4D62-AD69-90B9C0411EA3}"/>
          </ac:spMkLst>
        </pc:spChg>
        <pc:spChg chg="add del">
          <ac:chgData name="Исламов Руслан" userId="31c09606bce21947" providerId="Windows Live" clId="Web-{2D7CDE39-CB82-49B2-9507-F6D4C06532A9}" dt="2023-05-02T16:21:53.206" v="233"/>
          <ac:spMkLst>
            <pc:docMk/>
            <pc:sldMk cId="2597939136" sldId="260"/>
            <ac:spMk id="310" creationId="{BA6285CA-6AFA-4F27-AFB5-1B32CDE09B1A}"/>
          </ac:spMkLst>
        </pc:spChg>
        <pc:spChg chg="add del">
          <ac:chgData name="Исламов Руслан" userId="31c09606bce21947" providerId="Windows Live" clId="Web-{2D7CDE39-CB82-49B2-9507-F6D4C06532A9}" dt="2023-05-02T16:22:06.035" v="237"/>
          <ac:spMkLst>
            <pc:docMk/>
            <pc:sldMk cId="2597939136" sldId="260"/>
            <ac:spMk id="341" creationId="{406D8C29-9DDA-48D0-AF70-905FDB2CE393}"/>
          </ac:spMkLst>
        </pc:spChg>
        <pc:spChg chg="add del">
          <ac:chgData name="Исламов Руслан" userId="31c09606bce21947" providerId="Windows Live" clId="Web-{2D7CDE39-CB82-49B2-9507-F6D4C06532A9}" dt="2023-05-02T16:21:53.206" v="233"/>
          <ac:spMkLst>
            <pc:docMk/>
            <pc:sldMk cId="2597939136" sldId="260"/>
            <ac:spMk id="343" creationId="{94D786EB-944C-47D5-B631-899F4029B02E}"/>
          </ac:spMkLst>
        </pc:spChg>
        <pc:spChg chg="add del">
          <ac:chgData name="Исламов Руслан" userId="31c09606bce21947" providerId="Windows Live" clId="Web-{2D7CDE39-CB82-49B2-9507-F6D4C06532A9}" dt="2023-05-02T16:22:06.035" v="237"/>
          <ac:spMkLst>
            <pc:docMk/>
            <pc:sldMk cId="2597939136" sldId="260"/>
            <ac:spMk id="345" creationId="{A4798C7F-C8CA-4799-BF37-3AB4642CDB66}"/>
          </ac:spMkLst>
        </pc:spChg>
        <pc:spChg chg="add del">
          <ac:chgData name="Исламов Руслан" userId="31c09606bce21947" providerId="Windows Live" clId="Web-{2D7CDE39-CB82-49B2-9507-F6D4C06532A9}" dt="2023-05-02T16:22:06.035" v="237"/>
          <ac:spMkLst>
            <pc:docMk/>
            <pc:sldMk cId="2597939136" sldId="260"/>
            <ac:spMk id="347" creationId="{216BB147-20D5-4D93-BDA5-1BC614D6A4B2}"/>
          </ac:spMkLst>
        </pc:spChg>
        <pc:spChg chg="add del">
          <ac:chgData name="Исламов Руслан" userId="31c09606bce21947" providerId="Windows Live" clId="Web-{2D7CDE39-CB82-49B2-9507-F6D4C06532A9}" dt="2023-05-02T16:22:06.035" v="237"/>
          <ac:spMkLst>
            <pc:docMk/>
            <pc:sldMk cId="2597939136" sldId="260"/>
            <ac:spMk id="348" creationId="{0A253F60-DE40-4508-A37A-61331DF1DD5D}"/>
          </ac:spMkLst>
        </pc:spChg>
        <pc:spChg chg="add del">
          <ac:chgData name="Исламов Руслан" userId="31c09606bce21947" providerId="Windows Live" clId="Web-{2D7CDE39-CB82-49B2-9507-F6D4C06532A9}" dt="2023-05-02T16:22:06.035" v="237"/>
          <ac:spMkLst>
            <pc:docMk/>
            <pc:sldMk cId="2597939136" sldId="260"/>
            <ac:spMk id="349" creationId="{9A0D6220-3DFE-4182-9152-9135493A6BDA}"/>
          </ac:spMkLst>
        </pc:spChg>
        <pc:spChg chg="add del">
          <ac:chgData name="Исламов Руслан" userId="31c09606bce21947" providerId="Windows Live" clId="Web-{2D7CDE39-CB82-49B2-9507-F6D4C06532A9}" dt="2023-05-02T16:22:06.035" v="237"/>
          <ac:spMkLst>
            <pc:docMk/>
            <pc:sldMk cId="2597939136" sldId="260"/>
            <ac:spMk id="351" creationId="{4E1EF4E8-5513-4BF5-BC41-04645281C672}"/>
          </ac:spMkLst>
        </pc:spChg>
        <pc:spChg chg="add">
          <ac:chgData name="Исламов Руслан" userId="31c09606bce21947" providerId="Windows Live" clId="Web-{2D7CDE39-CB82-49B2-9507-F6D4C06532A9}" dt="2023-05-02T16:22:06.082" v="238"/>
          <ac:spMkLst>
            <pc:docMk/>
            <pc:sldMk cId="2597939136" sldId="260"/>
            <ac:spMk id="355" creationId="{A4798C7F-C8CA-4799-BF37-3AB4642CDB66}"/>
          </ac:spMkLst>
        </pc:spChg>
        <pc:spChg chg="add">
          <ac:chgData name="Исламов Руслан" userId="31c09606bce21947" providerId="Windows Live" clId="Web-{2D7CDE39-CB82-49B2-9507-F6D4C06532A9}" dt="2023-05-02T16:22:06.082" v="238"/>
          <ac:spMkLst>
            <pc:docMk/>
            <pc:sldMk cId="2597939136" sldId="260"/>
            <ac:spMk id="357" creationId="{216BB147-20D5-4D93-BDA5-1BC614D6A4B2}"/>
          </ac:spMkLst>
        </pc:spChg>
        <pc:spChg chg="add">
          <ac:chgData name="Исламов Руслан" userId="31c09606bce21947" providerId="Windows Live" clId="Web-{2D7CDE39-CB82-49B2-9507-F6D4C06532A9}" dt="2023-05-02T16:22:06.082" v="238"/>
          <ac:spMkLst>
            <pc:docMk/>
            <pc:sldMk cId="2597939136" sldId="260"/>
            <ac:spMk id="358" creationId="{0A253F60-DE40-4508-A37A-61331DF1DD5D}"/>
          </ac:spMkLst>
        </pc:spChg>
        <pc:spChg chg="add">
          <ac:chgData name="Исламов Руслан" userId="31c09606bce21947" providerId="Windows Live" clId="Web-{2D7CDE39-CB82-49B2-9507-F6D4C06532A9}" dt="2023-05-02T16:22:06.082" v="238"/>
          <ac:spMkLst>
            <pc:docMk/>
            <pc:sldMk cId="2597939136" sldId="260"/>
            <ac:spMk id="359" creationId="{9A0D6220-3DFE-4182-9152-9135493A6BDA}"/>
          </ac:spMkLst>
        </pc:spChg>
        <pc:spChg chg="add">
          <ac:chgData name="Исламов Руслан" userId="31c09606bce21947" providerId="Windows Live" clId="Web-{2D7CDE39-CB82-49B2-9507-F6D4C06532A9}" dt="2023-05-02T16:22:06.082" v="238"/>
          <ac:spMkLst>
            <pc:docMk/>
            <pc:sldMk cId="2597939136" sldId="260"/>
            <ac:spMk id="361" creationId="{9733A6A7-E7EE-42C5-88DE-B09D16B38C13}"/>
          </ac:spMkLst>
        </pc:spChg>
        <pc:spChg chg="add">
          <ac:chgData name="Исламов Руслан" userId="31c09606bce21947" providerId="Windows Live" clId="Web-{2D7CDE39-CB82-49B2-9507-F6D4C06532A9}" dt="2023-05-02T16:22:06.082" v="238"/>
          <ac:spMkLst>
            <pc:docMk/>
            <pc:sldMk cId="2597939136" sldId="260"/>
            <ac:spMk id="362" creationId="{BA6285CA-6AFA-4F27-AFB5-1B32CDE09B1A}"/>
          </ac:spMkLst>
        </pc:spChg>
        <pc:spChg chg="add">
          <ac:chgData name="Исламов Руслан" userId="31c09606bce21947" providerId="Windows Live" clId="Web-{2D7CDE39-CB82-49B2-9507-F6D4C06532A9}" dt="2023-05-02T16:22:06.082" v="238"/>
          <ac:spMkLst>
            <pc:docMk/>
            <pc:sldMk cId="2597939136" sldId="260"/>
            <ac:spMk id="365" creationId="{94D786EB-944C-47D5-B631-899F4029B02E}"/>
          </ac:spMkLst>
        </pc:spChg>
        <pc:grpChg chg="add del">
          <ac:chgData name="Исламов Руслан" userId="31c09606bce21947" providerId="Windows Live" clId="Web-{2D7CDE39-CB82-49B2-9507-F6D4C06532A9}" dt="2023-05-02T16:12:05.273" v="179"/>
          <ac:grpSpMkLst>
            <pc:docMk/>
            <pc:sldMk cId="2597939136" sldId="260"/>
            <ac:grpSpMk id="15" creationId="{87F0794B-55D3-4D2D-BDE7-4688ED321E42}"/>
          </ac:grpSpMkLst>
        </pc:grpChg>
        <pc:grpChg chg="add del">
          <ac:chgData name="Исламов Руслан" userId="31c09606bce21947" providerId="Windows Live" clId="Web-{2D7CDE39-CB82-49B2-9507-F6D4C06532A9}" dt="2023-05-02T16:12:05.273" v="179"/>
          <ac:grpSpMkLst>
            <pc:docMk/>
            <pc:sldMk cId="2597939136" sldId="260"/>
            <ac:grpSpMk id="52" creationId="{44C729BC-90F1-4823-A305-F6F124E93A95}"/>
          </ac:grpSpMkLst>
        </pc:grpChg>
        <pc:grpChg chg="add del">
          <ac:chgData name="Исламов Руслан" userId="31c09606bce21947" providerId="Windows Live" clId="Web-{2D7CDE39-CB82-49B2-9507-F6D4C06532A9}" dt="2023-05-02T16:12:05.273" v="179"/>
          <ac:grpSpMkLst>
            <pc:docMk/>
            <pc:sldMk cId="2597939136" sldId="260"/>
            <ac:grpSpMk id="87" creationId="{CD79EE37-C3B0-49F1-9785-D0E81CA82B95}"/>
          </ac:grpSpMkLst>
        </pc:grpChg>
        <pc:grpChg chg="add del">
          <ac:chgData name="Исламов Руслан" userId="31c09606bce21947" providerId="Windows Live" clId="Web-{2D7CDE39-CB82-49B2-9507-F6D4C06532A9}" dt="2023-05-02T16:11:54.679" v="176"/>
          <ac:grpSpMkLst>
            <pc:docMk/>
            <pc:sldMk cId="2597939136" sldId="260"/>
            <ac:grpSpMk id="129" creationId="{8323DD1D-77DE-48B2-A0A0-6265801531E5}"/>
          </ac:grpSpMkLst>
        </pc:grpChg>
        <pc:grpChg chg="add del">
          <ac:chgData name="Исламов Руслан" userId="31c09606bce21947" providerId="Windows Live" clId="Web-{2D7CDE39-CB82-49B2-9507-F6D4C06532A9}" dt="2023-05-02T16:12:05.258" v="178"/>
          <ac:grpSpMkLst>
            <pc:docMk/>
            <pc:sldMk cId="2597939136" sldId="260"/>
            <ac:grpSpMk id="160" creationId="{44C729BC-90F1-4823-A305-F6F124E93A95}"/>
          </ac:grpSpMkLst>
        </pc:grpChg>
        <pc:grpChg chg="add del">
          <ac:chgData name="Исламов Руслан" userId="31c09606bce21947" providerId="Windows Live" clId="Web-{2D7CDE39-CB82-49B2-9507-F6D4C06532A9}" dt="2023-05-02T16:12:05.258" v="178"/>
          <ac:grpSpMkLst>
            <pc:docMk/>
            <pc:sldMk cId="2597939136" sldId="260"/>
            <ac:grpSpMk id="190" creationId="{87F0794B-55D3-4D2D-BDE7-4688ED321E42}"/>
          </ac:grpSpMkLst>
        </pc:grpChg>
        <pc:grpChg chg="add del">
          <ac:chgData name="Исламов Руслан" userId="31c09606bce21947" providerId="Windows Live" clId="Web-{2D7CDE39-CB82-49B2-9507-F6D4C06532A9}" dt="2023-05-02T16:12:05.258" v="178"/>
          <ac:grpSpMkLst>
            <pc:docMk/>
            <pc:sldMk cId="2597939136" sldId="260"/>
            <ac:grpSpMk id="195" creationId="{CD79EE37-C3B0-49F1-9785-D0E81CA82B95}"/>
          </ac:grpSpMkLst>
        </pc:grpChg>
        <pc:grpChg chg="add del">
          <ac:chgData name="Исламов Руслан" userId="31c09606bce21947" providerId="Windows Live" clId="Web-{2D7CDE39-CB82-49B2-9507-F6D4C06532A9}" dt="2023-05-02T16:22:06.082" v="238"/>
          <ac:grpSpMkLst>
            <pc:docMk/>
            <pc:sldMk cId="2597939136" sldId="260"/>
            <ac:grpSpMk id="230" creationId="{8323DD1D-77DE-48B2-A0A0-6265801531E5}"/>
          </ac:grpSpMkLst>
        </pc:grpChg>
        <pc:grpChg chg="add del">
          <ac:chgData name="Исламов Руслан" userId="31c09606bce21947" providerId="Windows Live" clId="Web-{2D7CDE39-CB82-49B2-9507-F6D4C06532A9}" dt="2023-05-02T16:21:53.206" v="233"/>
          <ac:grpSpMkLst>
            <pc:docMk/>
            <pc:sldMk cId="2597939136" sldId="260"/>
            <ac:grpSpMk id="240" creationId="{87F0794B-55D3-4D2D-BDE7-4688ED321E42}"/>
          </ac:grpSpMkLst>
        </pc:grpChg>
        <pc:grpChg chg="add del">
          <ac:chgData name="Исламов Руслан" userId="31c09606bce21947" providerId="Windows Live" clId="Web-{2D7CDE39-CB82-49B2-9507-F6D4C06532A9}" dt="2023-05-02T16:21:53.206" v="233"/>
          <ac:grpSpMkLst>
            <pc:docMk/>
            <pc:sldMk cId="2597939136" sldId="260"/>
            <ac:grpSpMk id="277" creationId="{44C729BC-90F1-4823-A305-F6F124E93A95}"/>
          </ac:grpSpMkLst>
        </pc:grpChg>
        <pc:grpChg chg="add del">
          <ac:chgData name="Исламов Руслан" userId="31c09606bce21947" providerId="Windows Live" clId="Web-{2D7CDE39-CB82-49B2-9507-F6D4C06532A9}" dt="2023-05-02T16:21:53.206" v="233"/>
          <ac:grpSpMkLst>
            <pc:docMk/>
            <pc:sldMk cId="2597939136" sldId="260"/>
            <ac:grpSpMk id="312" creationId="{91108A0F-8C78-4294-B028-9F09581FC0A3}"/>
          </ac:grpSpMkLst>
        </pc:grpChg>
        <pc:grpChg chg="add del">
          <ac:chgData name="Исламов Руслан" userId="31c09606bce21947" providerId="Windows Live" clId="Web-{2D7CDE39-CB82-49B2-9507-F6D4C06532A9}" dt="2023-05-02T16:22:06.035" v="237"/>
          <ac:grpSpMkLst>
            <pc:docMk/>
            <pc:sldMk cId="2597939136" sldId="260"/>
            <ac:grpSpMk id="346" creationId="{87F0794B-55D3-4D2D-BDE7-4688ED321E42}"/>
          </ac:grpSpMkLst>
        </pc:grpChg>
        <pc:grpChg chg="add del">
          <ac:chgData name="Исламов Руслан" userId="31c09606bce21947" providerId="Windows Live" clId="Web-{2D7CDE39-CB82-49B2-9507-F6D4C06532A9}" dt="2023-05-02T16:22:06.035" v="237"/>
          <ac:grpSpMkLst>
            <pc:docMk/>
            <pc:sldMk cId="2597939136" sldId="260"/>
            <ac:grpSpMk id="350" creationId="{44C729BC-90F1-4823-A305-F6F124E93A95}"/>
          </ac:grpSpMkLst>
        </pc:grpChg>
        <pc:grpChg chg="add del">
          <ac:chgData name="Исламов Руслан" userId="31c09606bce21947" providerId="Windows Live" clId="Web-{2D7CDE39-CB82-49B2-9507-F6D4C06532A9}" dt="2023-05-02T16:22:06.035" v="237"/>
          <ac:grpSpMkLst>
            <pc:docMk/>
            <pc:sldMk cId="2597939136" sldId="260"/>
            <ac:grpSpMk id="352" creationId="{C93AB6F9-99DF-415B-96A4-7160B577543C}"/>
          </ac:grpSpMkLst>
        </pc:grpChg>
        <pc:grpChg chg="add">
          <ac:chgData name="Исламов Руслан" userId="31c09606bce21947" providerId="Windows Live" clId="Web-{2D7CDE39-CB82-49B2-9507-F6D4C06532A9}" dt="2023-05-02T16:22:06.082" v="238"/>
          <ac:grpSpMkLst>
            <pc:docMk/>
            <pc:sldMk cId="2597939136" sldId="260"/>
            <ac:grpSpMk id="356" creationId="{87F0794B-55D3-4D2D-BDE7-4688ED321E42}"/>
          </ac:grpSpMkLst>
        </pc:grpChg>
        <pc:grpChg chg="add">
          <ac:chgData name="Исламов Руслан" userId="31c09606bce21947" providerId="Windows Live" clId="Web-{2D7CDE39-CB82-49B2-9507-F6D4C06532A9}" dt="2023-05-02T16:22:06.082" v="238"/>
          <ac:grpSpMkLst>
            <pc:docMk/>
            <pc:sldMk cId="2597939136" sldId="260"/>
            <ac:grpSpMk id="360" creationId="{44C729BC-90F1-4823-A305-F6F124E93A95}"/>
          </ac:grpSpMkLst>
        </pc:grpChg>
        <pc:grpChg chg="add">
          <ac:chgData name="Исламов Руслан" userId="31c09606bce21947" providerId="Windows Live" clId="Web-{2D7CDE39-CB82-49B2-9507-F6D4C06532A9}" dt="2023-05-02T16:22:06.082" v="238"/>
          <ac:grpSpMkLst>
            <pc:docMk/>
            <pc:sldMk cId="2597939136" sldId="260"/>
            <ac:grpSpMk id="363" creationId="{91108A0F-8C78-4294-B028-9F09581FC0A3}"/>
          </ac:grpSpMkLst>
        </pc:grpChg>
        <pc:picChg chg="add del mod ord">
          <ac:chgData name="Исламов Руслан" userId="31c09606bce21947" providerId="Windows Live" clId="Web-{2D7CDE39-CB82-49B2-9507-F6D4C06532A9}" dt="2023-05-02T16:10:14.953" v="158"/>
          <ac:picMkLst>
            <pc:docMk/>
            <pc:sldMk cId="2597939136" sldId="260"/>
            <ac:picMk id="4" creationId="{28EE64D9-C046-0760-ACD1-D69EFC608949}"/>
          </ac:picMkLst>
        </pc:picChg>
        <pc:picChg chg="add mod ord">
          <ac:chgData name="Исламов Руслан" userId="31c09606bce21947" providerId="Windows Live" clId="Web-{2D7CDE39-CB82-49B2-9507-F6D4C06532A9}" dt="2023-05-02T16:22:06.082" v="238"/>
          <ac:picMkLst>
            <pc:docMk/>
            <pc:sldMk cId="2597939136" sldId="260"/>
            <ac:picMk id="7" creationId="{AA28B80C-379B-E0B6-5CB8-7DF6271D9206}"/>
          </ac:picMkLst>
        </pc:picChg>
      </pc:sldChg>
      <pc:sldChg chg="addSp delSp modSp new mod setBg addAnim delAnim">
        <pc:chgData name="Исламов Руслан" userId="31c09606bce21947" providerId="Windows Live" clId="Web-{2D7CDE39-CB82-49B2-9507-F6D4C06532A9}" dt="2023-05-02T16:27:12.557" v="287" actId="1076"/>
        <pc:sldMkLst>
          <pc:docMk/>
          <pc:sldMk cId="2027930774" sldId="261"/>
        </pc:sldMkLst>
        <pc:spChg chg="mod">
          <ac:chgData name="Исламов Руслан" userId="31c09606bce21947" providerId="Windows Live" clId="Web-{2D7CDE39-CB82-49B2-9507-F6D4C06532A9}" dt="2023-05-02T16:26:16.584" v="286"/>
          <ac:spMkLst>
            <pc:docMk/>
            <pc:sldMk cId="2027930774" sldId="261"/>
            <ac:spMk id="2" creationId="{1FE5D83F-B6BE-B324-BBD8-1A3BA232FCDF}"/>
          </ac:spMkLst>
        </pc:spChg>
        <pc:spChg chg="mod ord">
          <ac:chgData name="Исламов Руслан" userId="31c09606bce21947" providerId="Windows Live" clId="Web-{2D7CDE39-CB82-49B2-9507-F6D4C06532A9}" dt="2023-05-02T16:27:12.557" v="287" actId="1076"/>
          <ac:spMkLst>
            <pc:docMk/>
            <pc:sldMk cId="2027930774" sldId="261"/>
            <ac:spMk id="3" creationId="{CC99AB99-0C75-0291-35B8-CD802B6D6FAB}"/>
          </ac:spMkLst>
        </pc:spChg>
        <pc:spChg chg="add del">
          <ac:chgData name="Исламов Руслан" userId="31c09606bce21947" providerId="Windows Live" clId="Web-{2D7CDE39-CB82-49B2-9507-F6D4C06532A9}" dt="2023-05-02T16:19:32.665" v="221"/>
          <ac:spMkLst>
            <pc:docMk/>
            <pc:sldMk cId="2027930774" sldId="261"/>
            <ac:spMk id="6" creationId="{A4798C7F-C8CA-4799-BF37-3AB4642CDB66}"/>
          </ac:spMkLst>
        </pc:spChg>
        <pc:spChg chg="add del">
          <ac:chgData name="Исламов Руслан" userId="31c09606bce21947" providerId="Windows Live" clId="Web-{2D7CDE39-CB82-49B2-9507-F6D4C06532A9}" dt="2023-05-02T16:19:32.665" v="221"/>
          <ac:spMkLst>
            <pc:docMk/>
            <pc:sldMk cId="2027930774" sldId="261"/>
            <ac:spMk id="8" creationId="{216BB147-20D5-4D93-BDA5-1BC614D6A4B2}"/>
          </ac:spMkLst>
        </pc:spChg>
        <pc:spChg chg="add del">
          <ac:chgData name="Исламов Руслан" userId="31c09606bce21947" providerId="Windows Live" clId="Web-{2D7CDE39-CB82-49B2-9507-F6D4C06532A9}" dt="2023-05-02T16:18:31.848" v="218"/>
          <ac:spMkLst>
            <pc:docMk/>
            <pc:sldMk cId="2027930774" sldId="261"/>
            <ac:spMk id="9" creationId="{A4798C7F-C8CA-4799-BF37-3AB4642CDB66}"/>
          </ac:spMkLst>
        </pc:spChg>
        <pc:spChg chg="add del">
          <ac:chgData name="Исламов Руслан" userId="31c09606bce21947" providerId="Windows Live" clId="Web-{2D7CDE39-CB82-49B2-9507-F6D4C06532A9}" dt="2023-05-02T16:19:32.665" v="221"/>
          <ac:spMkLst>
            <pc:docMk/>
            <pc:sldMk cId="2027930774" sldId="261"/>
            <ac:spMk id="10" creationId="{0A253F60-DE40-4508-A37A-61331DF1DD5D}"/>
          </ac:spMkLst>
        </pc:spChg>
        <pc:spChg chg="add del">
          <ac:chgData name="Исламов Руслан" userId="31c09606bce21947" providerId="Windows Live" clId="Web-{2D7CDE39-CB82-49B2-9507-F6D4C06532A9}" dt="2023-05-02T16:20:14.230" v="227"/>
          <ac:spMkLst>
            <pc:docMk/>
            <pc:sldMk cId="2027930774" sldId="261"/>
            <ac:spMk id="13" creationId="{2B76B338-5C91-48AF-BFFC-93C8AAD6D5C4}"/>
          </ac:spMkLst>
        </pc:spChg>
        <pc:spChg chg="add del">
          <ac:chgData name="Исламов Руслан" userId="31c09606bce21947" providerId="Windows Live" clId="Web-{2D7CDE39-CB82-49B2-9507-F6D4C06532A9}" dt="2023-05-02T16:20:14.230" v="227"/>
          <ac:spMkLst>
            <pc:docMk/>
            <pc:sldMk cId="2027930774" sldId="261"/>
            <ac:spMk id="15" creationId="{07FE80B3-9970-48B3-8883-81ED2FE4A3FB}"/>
          </ac:spMkLst>
        </pc:spChg>
        <pc:spChg chg="add del">
          <ac:chgData name="Исламов Руслан" userId="31c09606bce21947" providerId="Windows Live" clId="Web-{2D7CDE39-CB82-49B2-9507-F6D4C06532A9}" dt="2023-05-02T16:19:32.665" v="221"/>
          <ac:spMkLst>
            <pc:docMk/>
            <pc:sldMk cId="2027930774" sldId="261"/>
            <ac:spMk id="41" creationId="{9A0D6220-3DFE-4182-9152-9135493A6BDA}"/>
          </ac:spMkLst>
        </pc:spChg>
        <pc:spChg chg="add del">
          <ac:chgData name="Исламов Руслан" userId="31c09606bce21947" providerId="Windows Live" clId="Web-{2D7CDE39-CB82-49B2-9507-F6D4C06532A9}" dt="2023-05-02T16:18:31.848" v="218"/>
          <ac:spMkLst>
            <pc:docMk/>
            <pc:sldMk cId="2027930774" sldId="261"/>
            <ac:spMk id="42" creationId="{216BB147-20D5-4D93-BDA5-1BC614D6A4B2}"/>
          </ac:spMkLst>
        </pc:spChg>
        <pc:spChg chg="add del">
          <ac:chgData name="Исламов Руслан" userId="31c09606bce21947" providerId="Windows Live" clId="Web-{2D7CDE39-CB82-49B2-9507-F6D4C06532A9}" dt="2023-05-02T16:18:31.848" v="218"/>
          <ac:spMkLst>
            <pc:docMk/>
            <pc:sldMk cId="2027930774" sldId="261"/>
            <ac:spMk id="44" creationId="{0A253F60-DE40-4508-A37A-61331DF1DD5D}"/>
          </ac:spMkLst>
        </pc:spChg>
        <pc:spChg chg="add del">
          <ac:chgData name="Исламов Руслан" userId="31c09606bce21947" providerId="Windows Live" clId="Web-{2D7CDE39-CB82-49B2-9507-F6D4C06532A9}" dt="2023-05-02T16:19:32.665" v="221"/>
          <ac:spMkLst>
            <pc:docMk/>
            <pc:sldMk cId="2027930774" sldId="261"/>
            <ac:spMk id="45" creationId="{4E1EF4E8-5513-4BF5-BC41-04645281C672}"/>
          </ac:spMkLst>
        </pc:spChg>
        <pc:spChg chg="add del">
          <ac:chgData name="Исламов Руслан" userId="31c09606bce21947" providerId="Windows Live" clId="Web-{2D7CDE39-CB82-49B2-9507-F6D4C06532A9}" dt="2023-05-02T16:18:31.848" v="218"/>
          <ac:spMkLst>
            <pc:docMk/>
            <pc:sldMk cId="2027930774" sldId="261"/>
            <ac:spMk id="46" creationId="{9A0D6220-3DFE-4182-9152-9135493A6BDA}"/>
          </ac:spMkLst>
        </pc:spChg>
        <pc:spChg chg="add del">
          <ac:chgData name="Исламов Руслан" userId="31c09606bce21947" providerId="Windows Live" clId="Web-{2D7CDE39-CB82-49B2-9507-F6D4C06532A9}" dt="2023-05-02T16:19:32.665" v="221"/>
          <ac:spMkLst>
            <pc:docMk/>
            <pc:sldMk cId="2027930774" sldId="261"/>
            <ac:spMk id="78" creationId="{83C375E8-F6F8-46A9-AAA9-EDE318CADC6B}"/>
          </ac:spMkLst>
        </pc:spChg>
        <pc:spChg chg="add del">
          <ac:chgData name="Исламов Руслан" userId="31c09606bce21947" providerId="Windows Live" clId="Web-{2D7CDE39-CB82-49B2-9507-F6D4C06532A9}" dt="2023-05-02T16:18:31.848" v="218"/>
          <ac:spMkLst>
            <pc:docMk/>
            <pc:sldMk cId="2027930774" sldId="261"/>
            <ac:spMk id="79" creationId="{4E1EF4E8-5513-4BF5-BC41-04645281C672}"/>
          </ac:spMkLst>
        </pc:spChg>
        <pc:spChg chg="add del">
          <ac:chgData name="Исламов Руслан" userId="31c09606bce21947" providerId="Windows Live" clId="Web-{2D7CDE39-CB82-49B2-9507-F6D4C06532A9}" dt="2023-05-02T16:19:54.900" v="225"/>
          <ac:spMkLst>
            <pc:docMk/>
            <pc:sldMk cId="2027930774" sldId="261"/>
            <ac:spMk id="83" creationId="{26796024-DF17-4BB3-BF28-01E168A3C548}"/>
          </ac:spMkLst>
        </pc:spChg>
        <pc:spChg chg="add del">
          <ac:chgData name="Исламов Руслан" userId="31c09606bce21947" providerId="Windows Live" clId="Web-{2D7CDE39-CB82-49B2-9507-F6D4C06532A9}" dt="2023-05-02T16:19:54.900" v="225"/>
          <ac:spMkLst>
            <pc:docMk/>
            <pc:sldMk cId="2027930774" sldId="261"/>
            <ac:spMk id="85" creationId="{7BCC6446-8462-4A63-9B6F-8F57EC40F648}"/>
          </ac:spMkLst>
        </pc:spChg>
        <pc:spChg chg="add del">
          <ac:chgData name="Исламов Руслан" userId="31c09606bce21947" providerId="Windows Live" clId="Web-{2D7CDE39-CB82-49B2-9507-F6D4C06532A9}" dt="2023-05-02T16:18:31.848" v="218"/>
          <ac:spMkLst>
            <pc:docMk/>
            <pc:sldMk cId="2027930774" sldId="261"/>
            <ac:spMk id="112" creationId="{83C375E8-F6F8-46A9-AAA9-EDE318CADC6B}"/>
          </ac:spMkLst>
        </pc:spChg>
        <pc:spChg chg="add del">
          <ac:chgData name="Исламов Руслан" userId="31c09606bce21947" providerId="Windows Live" clId="Web-{2D7CDE39-CB82-49B2-9507-F6D4C06532A9}" dt="2023-05-02T16:19:54.900" v="225"/>
          <ac:spMkLst>
            <pc:docMk/>
            <pc:sldMk cId="2027930774" sldId="261"/>
            <ac:spMk id="117" creationId="{A4798C7F-C8CA-4799-BF37-3AB4642CDB66}"/>
          </ac:spMkLst>
        </pc:spChg>
        <pc:spChg chg="add del">
          <ac:chgData name="Исламов Руслан" userId="31c09606bce21947" providerId="Windows Live" clId="Web-{2D7CDE39-CB82-49B2-9507-F6D4C06532A9}" dt="2023-05-02T16:19:54.900" v="225"/>
          <ac:spMkLst>
            <pc:docMk/>
            <pc:sldMk cId="2027930774" sldId="261"/>
            <ac:spMk id="119" creationId="{216BB147-20D5-4D93-BDA5-1BC614D6A4B2}"/>
          </ac:spMkLst>
        </pc:spChg>
        <pc:spChg chg="add del">
          <ac:chgData name="Исламов Руслан" userId="31c09606bce21947" providerId="Windows Live" clId="Web-{2D7CDE39-CB82-49B2-9507-F6D4C06532A9}" dt="2023-05-02T16:19:54.900" v="225"/>
          <ac:spMkLst>
            <pc:docMk/>
            <pc:sldMk cId="2027930774" sldId="261"/>
            <ac:spMk id="120" creationId="{0A253F60-DE40-4508-A37A-61331DF1DD5D}"/>
          </ac:spMkLst>
        </pc:spChg>
        <pc:spChg chg="add del">
          <ac:chgData name="Исламов Руслан" userId="31c09606bce21947" providerId="Windows Live" clId="Web-{2D7CDE39-CB82-49B2-9507-F6D4C06532A9}" dt="2023-05-02T16:19:54.900" v="225"/>
          <ac:spMkLst>
            <pc:docMk/>
            <pc:sldMk cId="2027930774" sldId="261"/>
            <ac:spMk id="121" creationId="{9A0D6220-3DFE-4182-9152-9135493A6BDA}"/>
          </ac:spMkLst>
        </pc:spChg>
        <pc:spChg chg="add del">
          <ac:chgData name="Исламов Руслан" userId="31c09606bce21947" providerId="Windows Live" clId="Web-{2D7CDE39-CB82-49B2-9507-F6D4C06532A9}" dt="2023-05-02T16:19:54.900" v="225"/>
          <ac:spMkLst>
            <pc:docMk/>
            <pc:sldMk cId="2027930774" sldId="261"/>
            <ac:spMk id="123" creationId="{BA6285CA-6AFA-4F27-AFB5-1B32CDE09B1A}"/>
          </ac:spMkLst>
        </pc:spChg>
        <pc:spChg chg="add del">
          <ac:chgData name="Исламов Руслан" userId="31c09606bce21947" providerId="Windows Live" clId="Web-{2D7CDE39-CB82-49B2-9507-F6D4C06532A9}" dt="2023-05-02T16:19:54.900" v="225"/>
          <ac:spMkLst>
            <pc:docMk/>
            <pc:sldMk cId="2027930774" sldId="261"/>
            <ac:spMk id="124" creationId="{AF152BFE-7BA8-4007-AD9C-F4DC95E437EE}"/>
          </ac:spMkLst>
        </pc:spChg>
        <pc:spChg chg="add del">
          <ac:chgData name="Исламов Руслан" userId="31c09606bce21947" providerId="Windows Live" clId="Web-{2D7CDE39-CB82-49B2-9507-F6D4C06532A9}" dt="2023-05-02T16:20:14.230" v="227"/>
          <ac:spMkLst>
            <pc:docMk/>
            <pc:sldMk cId="2027930774" sldId="261"/>
            <ac:spMk id="127" creationId="{1C582B07-D0F0-4B6B-A5D9-D2F192CB3A4E}"/>
          </ac:spMkLst>
        </pc:spChg>
        <pc:spChg chg="add del">
          <ac:chgData name="Исламов Руслан" userId="31c09606bce21947" providerId="Windows Live" clId="Web-{2D7CDE39-CB82-49B2-9507-F6D4C06532A9}" dt="2023-05-02T16:20:14.230" v="227"/>
          <ac:spMkLst>
            <pc:docMk/>
            <pc:sldMk cId="2027930774" sldId="261"/>
            <ac:spMk id="128" creationId="{5839FC30-63C9-4643-98EF-7B1C31BE3906}"/>
          </ac:spMkLst>
        </pc:spChg>
        <pc:spChg chg="add del">
          <ac:chgData name="Исламов Руслан" userId="31c09606bce21947" providerId="Windows Live" clId="Web-{2D7CDE39-CB82-49B2-9507-F6D4C06532A9}" dt="2023-05-02T16:20:50.826" v="229"/>
          <ac:spMkLst>
            <pc:docMk/>
            <pc:sldMk cId="2027930774" sldId="261"/>
            <ac:spMk id="136" creationId="{A4798C7F-C8CA-4799-BF37-3AB4642CDB66}"/>
          </ac:spMkLst>
        </pc:spChg>
        <pc:spChg chg="add del">
          <ac:chgData name="Исламов Руслан" userId="31c09606bce21947" providerId="Windows Live" clId="Web-{2D7CDE39-CB82-49B2-9507-F6D4C06532A9}" dt="2023-05-02T16:20:50.826" v="229"/>
          <ac:spMkLst>
            <pc:docMk/>
            <pc:sldMk cId="2027930774" sldId="261"/>
            <ac:spMk id="141" creationId="{216BB147-20D5-4D93-BDA5-1BC614D6A4B2}"/>
          </ac:spMkLst>
        </pc:spChg>
        <pc:spChg chg="add del">
          <ac:chgData name="Исламов Руслан" userId="31c09606bce21947" providerId="Windows Live" clId="Web-{2D7CDE39-CB82-49B2-9507-F6D4C06532A9}" dt="2023-05-02T16:20:50.826" v="229"/>
          <ac:spMkLst>
            <pc:docMk/>
            <pc:sldMk cId="2027930774" sldId="261"/>
            <ac:spMk id="142" creationId="{0A253F60-DE40-4508-A37A-61331DF1DD5D}"/>
          </ac:spMkLst>
        </pc:spChg>
        <pc:spChg chg="add del">
          <ac:chgData name="Исламов Руслан" userId="31c09606bce21947" providerId="Windows Live" clId="Web-{2D7CDE39-CB82-49B2-9507-F6D4C06532A9}" dt="2023-05-02T16:20:50.826" v="229"/>
          <ac:spMkLst>
            <pc:docMk/>
            <pc:sldMk cId="2027930774" sldId="261"/>
            <ac:spMk id="143" creationId="{9A0D6220-3DFE-4182-9152-9135493A6BDA}"/>
          </ac:spMkLst>
        </pc:spChg>
        <pc:spChg chg="add del">
          <ac:chgData name="Исламов Руслан" userId="31c09606bce21947" providerId="Windows Live" clId="Web-{2D7CDE39-CB82-49B2-9507-F6D4C06532A9}" dt="2023-05-02T16:20:50.826" v="229"/>
          <ac:spMkLst>
            <pc:docMk/>
            <pc:sldMk cId="2027930774" sldId="261"/>
            <ac:spMk id="145" creationId="{4E1EF4E8-5513-4BF5-BC41-04645281C672}"/>
          </ac:spMkLst>
        </pc:spChg>
        <pc:spChg chg="add del">
          <ac:chgData name="Исламов Руслан" userId="31c09606bce21947" providerId="Windows Live" clId="Web-{2D7CDE39-CB82-49B2-9507-F6D4C06532A9}" dt="2023-05-02T16:20:50.826" v="229"/>
          <ac:spMkLst>
            <pc:docMk/>
            <pc:sldMk cId="2027930774" sldId="261"/>
            <ac:spMk id="146" creationId="{1C8FF592-DEC3-42D7-B2CD-5797E102B51F}"/>
          </ac:spMkLst>
        </pc:spChg>
        <pc:spChg chg="add del">
          <ac:chgData name="Исламов Руслан" userId="31c09606bce21947" providerId="Windows Live" clId="Web-{2D7CDE39-CB82-49B2-9507-F6D4C06532A9}" dt="2023-05-02T16:26:16.584" v="286"/>
          <ac:spMkLst>
            <pc:docMk/>
            <pc:sldMk cId="2027930774" sldId="261"/>
            <ac:spMk id="152" creationId="{A4798C7F-C8CA-4799-BF37-3AB4642CDB66}"/>
          </ac:spMkLst>
        </pc:spChg>
        <pc:spChg chg="add del">
          <ac:chgData name="Исламов Руслан" userId="31c09606bce21947" providerId="Windows Live" clId="Web-{2D7CDE39-CB82-49B2-9507-F6D4C06532A9}" dt="2023-05-02T16:26:16.584" v="286"/>
          <ac:spMkLst>
            <pc:docMk/>
            <pc:sldMk cId="2027930774" sldId="261"/>
            <ac:spMk id="157" creationId="{216BB147-20D5-4D93-BDA5-1BC614D6A4B2}"/>
          </ac:spMkLst>
        </pc:spChg>
        <pc:spChg chg="add del">
          <ac:chgData name="Исламов Руслан" userId="31c09606bce21947" providerId="Windows Live" clId="Web-{2D7CDE39-CB82-49B2-9507-F6D4C06532A9}" dt="2023-05-02T16:26:16.584" v="286"/>
          <ac:spMkLst>
            <pc:docMk/>
            <pc:sldMk cId="2027930774" sldId="261"/>
            <ac:spMk id="158" creationId="{0A253F60-DE40-4508-A37A-61331DF1DD5D}"/>
          </ac:spMkLst>
        </pc:spChg>
        <pc:spChg chg="add del">
          <ac:chgData name="Исламов Руслан" userId="31c09606bce21947" providerId="Windows Live" clId="Web-{2D7CDE39-CB82-49B2-9507-F6D4C06532A9}" dt="2023-05-02T16:26:16.584" v="286"/>
          <ac:spMkLst>
            <pc:docMk/>
            <pc:sldMk cId="2027930774" sldId="261"/>
            <ac:spMk id="159" creationId="{9A0D6220-3DFE-4182-9152-9135493A6BDA}"/>
          </ac:spMkLst>
        </pc:spChg>
        <pc:spChg chg="add del">
          <ac:chgData name="Исламов Руслан" userId="31c09606bce21947" providerId="Windows Live" clId="Web-{2D7CDE39-CB82-49B2-9507-F6D4C06532A9}" dt="2023-05-02T16:26:16.584" v="286"/>
          <ac:spMkLst>
            <pc:docMk/>
            <pc:sldMk cId="2027930774" sldId="261"/>
            <ac:spMk id="161" creationId="{BA6285CA-6AFA-4F27-AFB5-1B32CDE09B1A}"/>
          </ac:spMkLst>
        </pc:spChg>
        <pc:spChg chg="add del">
          <ac:chgData name="Исламов Руслан" userId="31c09606bce21947" providerId="Windows Live" clId="Web-{2D7CDE39-CB82-49B2-9507-F6D4C06532A9}" dt="2023-05-02T16:26:16.584" v="286"/>
          <ac:spMkLst>
            <pc:docMk/>
            <pc:sldMk cId="2027930774" sldId="261"/>
            <ac:spMk id="162" creationId="{F8DD0EAF-BF73-48D8-A426-3085C4B88FAA}"/>
          </ac:spMkLst>
        </pc:spChg>
        <pc:spChg chg="add del">
          <ac:chgData name="Исламов Руслан" userId="31c09606bce21947" providerId="Windows Live" clId="Web-{2D7CDE39-CB82-49B2-9507-F6D4C06532A9}" dt="2023-05-02T16:26:16.584" v="286"/>
          <ac:spMkLst>
            <pc:docMk/>
            <pc:sldMk cId="2027930774" sldId="261"/>
            <ac:spMk id="163" creationId="{7BCC6446-8462-4A63-9B6F-8F57EC40F648}"/>
          </ac:spMkLst>
        </pc:spChg>
        <pc:spChg chg="add">
          <ac:chgData name="Исламов Руслан" userId="31c09606bce21947" providerId="Windows Live" clId="Web-{2D7CDE39-CB82-49B2-9507-F6D4C06532A9}" dt="2023-05-02T16:26:16.584" v="286"/>
          <ac:spMkLst>
            <pc:docMk/>
            <pc:sldMk cId="2027930774" sldId="261"/>
            <ac:spMk id="171" creationId="{A4798C7F-C8CA-4799-BF37-3AB4642CDB66}"/>
          </ac:spMkLst>
        </pc:spChg>
        <pc:spChg chg="add">
          <ac:chgData name="Исламов Руслан" userId="31c09606bce21947" providerId="Windows Live" clId="Web-{2D7CDE39-CB82-49B2-9507-F6D4C06532A9}" dt="2023-05-02T16:26:16.584" v="286"/>
          <ac:spMkLst>
            <pc:docMk/>
            <pc:sldMk cId="2027930774" sldId="261"/>
            <ac:spMk id="204" creationId="{216BB147-20D5-4D93-BDA5-1BC614D6A4B2}"/>
          </ac:spMkLst>
        </pc:spChg>
        <pc:spChg chg="add">
          <ac:chgData name="Исламов Руслан" userId="31c09606bce21947" providerId="Windows Live" clId="Web-{2D7CDE39-CB82-49B2-9507-F6D4C06532A9}" dt="2023-05-02T16:26:16.584" v="286"/>
          <ac:spMkLst>
            <pc:docMk/>
            <pc:sldMk cId="2027930774" sldId="261"/>
            <ac:spMk id="206" creationId="{0A253F60-DE40-4508-A37A-61331DF1DD5D}"/>
          </ac:spMkLst>
        </pc:spChg>
        <pc:spChg chg="add">
          <ac:chgData name="Исламов Руслан" userId="31c09606bce21947" providerId="Windows Live" clId="Web-{2D7CDE39-CB82-49B2-9507-F6D4C06532A9}" dt="2023-05-02T16:26:16.584" v="286"/>
          <ac:spMkLst>
            <pc:docMk/>
            <pc:sldMk cId="2027930774" sldId="261"/>
            <ac:spMk id="208" creationId="{9A0D6220-3DFE-4182-9152-9135493A6BDA}"/>
          </ac:spMkLst>
        </pc:spChg>
        <pc:spChg chg="add">
          <ac:chgData name="Исламов Руслан" userId="31c09606bce21947" providerId="Windows Live" clId="Web-{2D7CDE39-CB82-49B2-9507-F6D4C06532A9}" dt="2023-05-02T16:26:16.584" v="286"/>
          <ac:spMkLst>
            <pc:docMk/>
            <pc:sldMk cId="2027930774" sldId="261"/>
            <ac:spMk id="241" creationId="{A173122F-D466-4F08-90FA-0038F7AC214A}"/>
          </ac:spMkLst>
        </pc:spChg>
        <pc:spChg chg="add">
          <ac:chgData name="Исламов Руслан" userId="31c09606bce21947" providerId="Windows Live" clId="Web-{2D7CDE39-CB82-49B2-9507-F6D4C06532A9}" dt="2023-05-02T16:26:16.584" v="286"/>
          <ac:spMkLst>
            <pc:docMk/>
            <pc:sldMk cId="2027930774" sldId="261"/>
            <ac:spMk id="243" creationId="{4A929113-1368-4B1B-9C6F-140F47CBF40E}"/>
          </ac:spMkLst>
        </pc:spChg>
        <pc:spChg chg="add">
          <ac:chgData name="Исламов Руслан" userId="31c09606bce21947" providerId="Windows Live" clId="Web-{2D7CDE39-CB82-49B2-9507-F6D4C06532A9}" dt="2023-05-02T16:26:16.584" v="286"/>
          <ac:spMkLst>
            <pc:docMk/>
            <pc:sldMk cId="2027930774" sldId="261"/>
            <ac:spMk id="245" creationId="{C24346C5-B1C8-4C83-846B-122A3B4B2FEE}"/>
          </ac:spMkLst>
        </pc:spChg>
        <pc:grpChg chg="add del">
          <ac:chgData name="Исламов Руслан" userId="31c09606bce21947" providerId="Windows Live" clId="Web-{2D7CDE39-CB82-49B2-9507-F6D4C06532A9}" dt="2023-05-02T16:19:32.665" v="221"/>
          <ac:grpSpMkLst>
            <pc:docMk/>
            <pc:sldMk cId="2027930774" sldId="261"/>
            <ac:grpSpMk id="7" creationId="{87F0794B-55D3-4D2D-BDE7-4688ED321E42}"/>
          </ac:grpSpMkLst>
        </pc:grpChg>
        <pc:grpChg chg="add del">
          <ac:chgData name="Исламов Руслан" userId="31c09606bce21947" providerId="Windows Live" clId="Web-{2D7CDE39-CB82-49B2-9507-F6D4C06532A9}" dt="2023-05-02T16:18:31.848" v="218"/>
          <ac:grpSpMkLst>
            <pc:docMk/>
            <pc:sldMk cId="2027930774" sldId="261"/>
            <ac:grpSpMk id="11" creationId="{87F0794B-55D3-4D2D-BDE7-4688ED321E42}"/>
          </ac:grpSpMkLst>
        </pc:grpChg>
        <pc:grpChg chg="add del">
          <ac:chgData name="Исламов Руслан" userId="31c09606bce21947" providerId="Windows Live" clId="Web-{2D7CDE39-CB82-49B2-9507-F6D4C06532A9}" dt="2023-05-02T16:20:14.230" v="227"/>
          <ac:grpSpMkLst>
            <pc:docMk/>
            <pc:sldMk cId="2027930774" sldId="261"/>
            <ac:grpSpMk id="17" creationId="{8323DD1D-77DE-48B2-A0A0-6265801531E5}"/>
          </ac:grpSpMkLst>
        </pc:grpChg>
        <pc:grpChg chg="add del">
          <ac:chgData name="Исламов Руслан" userId="31c09606bce21947" providerId="Windows Live" clId="Web-{2D7CDE39-CB82-49B2-9507-F6D4C06532A9}" dt="2023-05-02T16:19:32.665" v="221"/>
          <ac:grpSpMkLst>
            <pc:docMk/>
            <pc:sldMk cId="2027930774" sldId="261"/>
            <ac:grpSpMk id="43" creationId="{44C729BC-90F1-4823-A305-F6F124E93A95}"/>
          </ac:grpSpMkLst>
        </pc:grpChg>
        <pc:grpChg chg="add del">
          <ac:chgData name="Исламов Руслан" userId="31c09606bce21947" providerId="Windows Live" clId="Web-{2D7CDE39-CB82-49B2-9507-F6D4C06532A9}" dt="2023-05-02T16:19:32.665" v="221"/>
          <ac:grpSpMkLst>
            <pc:docMk/>
            <pc:sldMk cId="2027930774" sldId="261"/>
            <ac:grpSpMk id="47" creationId="{E299E832-D146-4687-88A1-FFB2D9CD07D5}"/>
          </ac:grpSpMkLst>
        </pc:grpChg>
        <pc:grpChg chg="add del">
          <ac:chgData name="Исламов Руслан" userId="31c09606bce21947" providerId="Windows Live" clId="Web-{2D7CDE39-CB82-49B2-9507-F6D4C06532A9}" dt="2023-05-02T16:18:31.848" v="218"/>
          <ac:grpSpMkLst>
            <pc:docMk/>
            <pc:sldMk cId="2027930774" sldId="261"/>
            <ac:grpSpMk id="48" creationId="{44C729BC-90F1-4823-A305-F6F124E93A95}"/>
          </ac:grpSpMkLst>
        </pc:grpChg>
        <pc:grpChg chg="add del">
          <ac:chgData name="Исламов Руслан" userId="31c09606bce21947" providerId="Windows Live" clId="Web-{2D7CDE39-CB82-49B2-9507-F6D4C06532A9}" dt="2023-05-02T16:18:31.848" v="218"/>
          <ac:grpSpMkLst>
            <pc:docMk/>
            <pc:sldMk cId="2027930774" sldId="261"/>
            <ac:grpSpMk id="81" creationId="{E299E832-D146-4687-88A1-FFB2D9CD07D5}"/>
          </ac:grpSpMkLst>
        </pc:grpChg>
        <pc:grpChg chg="add del">
          <ac:chgData name="Исламов Руслан" userId="31c09606bce21947" providerId="Windows Live" clId="Web-{2D7CDE39-CB82-49B2-9507-F6D4C06532A9}" dt="2023-05-02T16:19:54.900" v="225"/>
          <ac:grpSpMkLst>
            <pc:docMk/>
            <pc:sldMk cId="2027930774" sldId="261"/>
            <ac:grpSpMk id="87" creationId="{8118ECEF-CA6A-4CB6-BCA5-59B2DB40C4AB}"/>
          </ac:grpSpMkLst>
        </pc:grpChg>
        <pc:grpChg chg="add del">
          <ac:chgData name="Исламов Руслан" userId="31c09606bce21947" providerId="Windows Live" clId="Web-{2D7CDE39-CB82-49B2-9507-F6D4C06532A9}" dt="2023-05-02T16:19:54.900" v="225"/>
          <ac:grpSpMkLst>
            <pc:docMk/>
            <pc:sldMk cId="2027930774" sldId="261"/>
            <ac:grpSpMk id="118" creationId="{87F0794B-55D3-4D2D-BDE7-4688ED321E42}"/>
          </ac:grpSpMkLst>
        </pc:grpChg>
        <pc:grpChg chg="add del">
          <ac:chgData name="Исламов Руслан" userId="31c09606bce21947" providerId="Windows Live" clId="Web-{2D7CDE39-CB82-49B2-9507-F6D4C06532A9}" dt="2023-05-02T16:19:54.900" v="225"/>
          <ac:grpSpMkLst>
            <pc:docMk/>
            <pc:sldMk cId="2027930774" sldId="261"/>
            <ac:grpSpMk id="122" creationId="{44C729BC-90F1-4823-A305-F6F124E93A95}"/>
          </ac:grpSpMkLst>
        </pc:grpChg>
        <pc:grpChg chg="add del">
          <ac:chgData name="Исламов Руслан" userId="31c09606bce21947" providerId="Windows Live" clId="Web-{2D7CDE39-CB82-49B2-9507-F6D4C06532A9}" dt="2023-05-02T16:20:50.826" v="229"/>
          <ac:grpSpMkLst>
            <pc:docMk/>
            <pc:sldMk cId="2027930774" sldId="261"/>
            <ac:grpSpMk id="137" creationId="{87F0794B-55D3-4D2D-BDE7-4688ED321E42}"/>
          </ac:grpSpMkLst>
        </pc:grpChg>
        <pc:grpChg chg="add del">
          <ac:chgData name="Исламов Руслан" userId="31c09606bce21947" providerId="Windows Live" clId="Web-{2D7CDE39-CB82-49B2-9507-F6D4C06532A9}" dt="2023-05-02T16:20:50.826" v="229"/>
          <ac:grpSpMkLst>
            <pc:docMk/>
            <pc:sldMk cId="2027930774" sldId="261"/>
            <ac:grpSpMk id="144" creationId="{44C729BC-90F1-4823-A305-F6F124E93A95}"/>
          </ac:grpSpMkLst>
        </pc:grpChg>
        <pc:grpChg chg="add del">
          <ac:chgData name="Исламов Руслан" userId="31c09606bce21947" providerId="Windows Live" clId="Web-{2D7CDE39-CB82-49B2-9507-F6D4C06532A9}" dt="2023-05-02T16:20:50.826" v="229"/>
          <ac:grpSpMkLst>
            <pc:docMk/>
            <pc:sldMk cId="2027930774" sldId="261"/>
            <ac:grpSpMk id="147" creationId="{BF18E62C-A1FF-4287-B466-37167775A746}"/>
          </ac:grpSpMkLst>
        </pc:grpChg>
        <pc:grpChg chg="add del">
          <ac:chgData name="Исламов Руслан" userId="31c09606bce21947" providerId="Windows Live" clId="Web-{2D7CDE39-CB82-49B2-9507-F6D4C06532A9}" dt="2023-05-02T16:26:16.584" v="286"/>
          <ac:grpSpMkLst>
            <pc:docMk/>
            <pc:sldMk cId="2027930774" sldId="261"/>
            <ac:grpSpMk id="153" creationId="{87F0794B-55D3-4D2D-BDE7-4688ED321E42}"/>
          </ac:grpSpMkLst>
        </pc:grpChg>
        <pc:grpChg chg="add del">
          <ac:chgData name="Исламов Руслан" userId="31c09606bce21947" providerId="Windows Live" clId="Web-{2D7CDE39-CB82-49B2-9507-F6D4C06532A9}" dt="2023-05-02T16:26:16.584" v="286"/>
          <ac:grpSpMkLst>
            <pc:docMk/>
            <pc:sldMk cId="2027930774" sldId="261"/>
            <ac:grpSpMk id="160" creationId="{44C729BC-90F1-4823-A305-F6F124E93A95}"/>
          </ac:grpSpMkLst>
        </pc:grpChg>
        <pc:grpChg chg="add del">
          <ac:chgData name="Исламов Руслан" userId="31c09606bce21947" providerId="Windows Live" clId="Web-{2D7CDE39-CB82-49B2-9507-F6D4C06532A9}" dt="2023-05-02T16:26:16.584" v="286"/>
          <ac:grpSpMkLst>
            <pc:docMk/>
            <pc:sldMk cId="2027930774" sldId="261"/>
            <ac:grpSpMk id="164" creationId="{8118ECEF-CA6A-4CB6-BCA5-59B2DB40C4AB}"/>
          </ac:grpSpMkLst>
        </pc:grpChg>
        <pc:grpChg chg="add">
          <ac:chgData name="Исламов Руслан" userId="31c09606bce21947" providerId="Windows Live" clId="Web-{2D7CDE39-CB82-49B2-9507-F6D4C06532A9}" dt="2023-05-02T16:26:16.584" v="286"/>
          <ac:grpSpMkLst>
            <pc:docMk/>
            <pc:sldMk cId="2027930774" sldId="261"/>
            <ac:grpSpMk id="173" creationId="{87F0794B-55D3-4D2D-BDE7-4688ED321E42}"/>
          </ac:grpSpMkLst>
        </pc:grpChg>
        <pc:grpChg chg="add">
          <ac:chgData name="Исламов Руслан" userId="31c09606bce21947" providerId="Windows Live" clId="Web-{2D7CDE39-CB82-49B2-9507-F6D4C06532A9}" dt="2023-05-02T16:26:16.584" v="286"/>
          <ac:grpSpMkLst>
            <pc:docMk/>
            <pc:sldMk cId="2027930774" sldId="261"/>
            <ac:grpSpMk id="210" creationId="{44C729BC-90F1-4823-A305-F6F124E93A95}"/>
          </ac:grpSpMkLst>
        </pc:grpChg>
        <pc:grpChg chg="add">
          <ac:chgData name="Исламов Руслан" userId="31c09606bce21947" providerId="Windows Live" clId="Web-{2D7CDE39-CB82-49B2-9507-F6D4C06532A9}" dt="2023-05-02T16:26:16.584" v="286"/>
          <ac:grpSpMkLst>
            <pc:docMk/>
            <pc:sldMk cId="2027930774" sldId="261"/>
            <ac:grpSpMk id="247" creationId="{90F28F7A-4F2F-4C1B-AF1C-A6E7C79532B5}"/>
          </ac:grpSpMkLst>
        </pc:grpChg>
        <pc:picChg chg="add mod ord">
          <ac:chgData name="Исламов Руслан" userId="31c09606bce21947" providerId="Windows Live" clId="Web-{2D7CDE39-CB82-49B2-9507-F6D4C06532A9}" dt="2023-05-02T16:26:16.584" v="286"/>
          <ac:picMkLst>
            <pc:docMk/>
            <pc:sldMk cId="2027930774" sldId="261"/>
            <ac:picMk id="4" creationId="{5AA613F5-902A-77A8-A61A-AEE4896445FA}"/>
          </ac:picMkLst>
        </pc:picChg>
        <pc:picChg chg="add del">
          <ac:chgData name="Исламов Руслан" userId="31c09606bce21947" providerId="Windows Live" clId="Web-{2D7CDE39-CB82-49B2-9507-F6D4C06532A9}" dt="2023-05-02T16:18:31.848" v="218"/>
          <ac:picMkLst>
            <pc:docMk/>
            <pc:sldMk cId="2027930774" sldId="261"/>
            <ac:picMk id="5" creationId="{80522086-70C2-5DDB-1869-456EC3B0B538}"/>
          </ac:picMkLst>
        </pc:picChg>
      </pc:sldChg>
      <pc:sldChg chg="addSp delSp modSp new mod setBg">
        <pc:chgData name="Исламов Руслан" userId="31c09606bce21947" providerId="Windows Live" clId="Web-{2D7CDE39-CB82-49B2-9507-F6D4C06532A9}" dt="2023-05-02T16:49:16.401" v="303" actId="14100"/>
        <pc:sldMkLst>
          <pc:docMk/>
          <pc:sldMk cId="1837920716" sldId="262"/>
        </pc:sldMkLst>
        <pc:spChg chg="mod">
          <ac:chgData name="Исламов Руслан" userId="31c09606bce21947" providerId="Windows Live" clId="Web-{2D7CDE39-CB82-49B2-9507-F6D4C06532A9}" dt="2023-05-02T16:49:16.401" v="303" actId="14100"/>
          <ac:spMkLst>
            <pc:docMk/>
            <pc:sldMk cId="1837920716" sldId="262"/>
            <ac:spMk id="2" creationId="{75A761C1-FBDD-817B-256F-73C000A49997}"/>
          </ac:spMkLst>
        </pc:spChg>
        <pc:spChg chg="mod">
          <ac:chgData name="Исламов Руслан" userId="31c09606bce21947" providerId="Windows Live" clId="Web-{2D7CDE39-CB82-49B2-9507-F6D4C06532A9}" dt="2023-05-02T16:38:17.604" v="297"/>
          <ac:spMkLst>
            <pc:docMk/>
            <pc:sldMk cId="1837920716" sldId="262"/>
            <ac:spMk id="3" creationId="{239A61EA-9FE0-F759-11DE-B5D297FBBC7A}"/>
          </ac:spMkLst>
        </pc:spChg>
        <pc:spChg chg="add del">
          <ac:chgData name="Исламов Руслан" userId="31c09606bce21947" providerId="Windows Live" clId="Web-{2D7CDE39-CB82-49B2-9507-F6D4C06532A9}" dt="2023-05-02T16:35:27.686" v="294"/>
          <ac:spMkLst>
            <pc:docMk/>
            <pc:sldMk cId="1837920716" sldId="262"/>
            <ac:spMk id="9" creationId="{A4798C7F-C8CA-4799-BF37-3AB4642CDB66}"/>
          </ac:spMkLst>
        </pc:spChg>
        <pc:spChg chg="add del">
          <ac:chgData name="Исламов Руслан" userId="31c09606bce21947" providerId="Windows Live" clId="Web-{2D7CDE39-CB82-49B2-9507-F6D4C06532A9}" dt="2023-05-02T16:35:27.686" v="294"/>
          <ac:spMkLst>
            <pc:docMk/>
            <pc:sldMk cId="1837920716" sldId="262"/>
            <ac:spMk id="42" creationId="{216BB147-20D5-4D93-BDA5-1BC614D6A4B2}"/>
          </ac:spMkLst>
        </pc:spChg>
        <pc:spChg chg="add del">
          <ac:chgData name="Исламов Руслан" userId="31c09606bce21947" providerId="Windows Live" clId="Web-{2D7CDE39-CB82-49B2-9507-F6D4C06532A9}" dt="2023-05-02T16:35:27.686" v="294"/>
          <ac:spMkLst>
            <pc:docMk/>
            <pc:sldMk cId="1837920716" sldId="262"/>
            <ac:spMk id="44" creationId="{0A253F60-DE40-4508-A37A-61331DF1DD5D}"/>
          </ac:spMkLst>
        </pc:spChg>
        <pc:spChg chg="add del">
          <ac:chgData name="Исламов Руслан" userId="31c09606bce21947" providerId="Windows Live" clId="Web-{2D7CDE39-CB82-49B2-9507-F6D4C06532A9}" dt="2023-05-02T16:35:27.686" v="294"/>
          <ac:spMkLst>
            <pc:docMk/>
            <pc:sldMk cId="1837920716" sldId="262"/>
            <ac:spMk id="46" creationId="{9A0D6220-3DFE-4182-9152-9135493A6BDA}"/>
          </ac:spMkLst>
        </pc:spChg>
        <pc:spChg chg="add del">
          <ac:chgData name="Исламов Руслан" userId="31c09606bce21947" providerId="Windows Live" clId="Web-{2D7CDE39-CB82-49B2-9507-F6D4C06532A9}" dt="2023-05-02T16:35:27.686" v="294"/>
          <ac:spMkLst>
            <pc:docMk/>
            <pc:sldMk cId="1837920716" sldId="262"/>
            <ac:spMk id="79" creationId="{4E1EF4E8-5513-4BF5-BC41-04645281C672}"/>
          </ac:spMkLst>
        </pc:spChg>
        <pc:spChg chg="add del">
          <ac:chgData name="Исламов Руслан" userId="31c09606bce21947" providerId="Windows Live" clId="Web-{2D7CDE39-CB82-49B2-9507-F6D4C06532A9}" dt="2023-05-02T16:35:27.686" v="294"/>
          <ac:spMkLst>
            <pc:docMk/>
            <pc:sldMk cId="1837920716" sldId="262"/>
            <ac:spMk id="112" creationId="{83C375E8-F6F8-46A9-AAA9-EDE318CADC6B}"/>
          </ac:spMkLst>
        </pc:spChg>
        <pc:spChg chg="add del">
          <ac:chgData name="Исламов Руслан" userId="31c09606bce21947" providerId="Windows Live" clId="Web-{2D7CDE39-CB82-49B2-9507-F6D4C06532A9}" dt="2023-05-02T16:38:17.604" v="297"/>
          <ac:spMkLst>
            <pc:docMk/>
            <pc:sldMk cId="1837920716" sldId="262"/>
            <ac:spMk id="117" creationId="{1C582B07-D0F0-4B6B-A5D9-D2F192CB3A4E}"/>
          </ac:spMkLst>
        </pc:spChg>
        <pc:spChg chg="add del">
          <ac:chgData name="Исламов Руслан" userId="31c09606bce21947" providerId="Windows Live" clId="Web-{2D7CDE39-CB82-49B2-9507-F6D4C06532A9}" dt="2023-05-02T16:38:17.604" v="297"/>
          <ac:spMkLst>
            <pc:docMk/>
            <pc:sldMk cId="1837920716" sldId="262"/>
            <ac:spMk id="119" creationId="{3712ED8D-807A-4E94-A9AF-C44676151773}"/>
          </ac:spMkLst>
        </pc:spChg>
        <pc:spChg chg="add del">
          <ac:chgData name="Исламов Руслан" userId="31c09606bce21947" providerId="Windows Live" clId="Web-{2D7CDE39-CB82-49B2-9507-F6D4C06532A9}" dt="2023-05-02T16:38:17.604" v="297"/>
          <ac:spMkLst>
            <pc:docMk/>
            <pc:sldMk cId="1837920716" sldId="262"/>
            <ac:spMk id="121" creationId="{DA1A4301-6FFC-4C82-A1FA-7634D8CAA8F5}"/>
          </ac:spMkLst>
        </pc:spChg>
        <pc:spChg chg="add del">
          <ac:chgData name="Исламов Руслан" userId="31c09606bce21947" providerId="Windows Live" clId="Web-{2D7CDE39-CB82-49B2-9507-F6D4C06532A9}" dt="2023-05-02T16:38:17.604" v="297"/>
          <ac:spMkLst>
            <pc:docMk/>
            <pc:sldMk cId="1837920716" sldId="262"/>
            <ac:spMk id="154" creationId="{D8667B21-A39C-4ABB-9CED-0DD4CD739502}"/>
          </ac:spMkLst>
        </pc:spChg>
        <pc:spChg chg="add">
          <ac:chgData name="Исламов Руслан" userId="31c09606bce21947" providerId="Windows Live" clId="Web-{2D7CDE39-CB82-49B2-9507-F6D4C06532A9}" dt="2023-05-02T16:38:17.604" v="297"/>
          <ac:spMkLst>
            <pc:docMk/>
            <pc:sldMk cId="1837920716" sldId="262"/>
            <ac:spMk id="159" creationId="{A4798C7F-C8CA-4799-BF37-3AB4642CDB66}"/>
          </ac:spMkLst>
        </pc:spChg>
        <pc:spChg chg="add">
          <ac:chgData name="Исламов Руслан" userId="31c09606bce21947" providerId="Windows Live" clId="Web-{2D7CDE39-CB82-49B2-9507-F6D4C06532A9}" dt="2023-05-02T16:38:17.604" v="297"/>
          <ac:spMkLst>
            <pc:docMk/>
            <pc:sldMk cId="1837920716" sldId="262"/>
            <ac:spMk id="192" creationId="{216BB147-20D5-4D93-BDA5-1BC614D6A4B2}"/>
          </ac:spMkLst>
        </pc:spChg>
        <pc:spChg chg="add">
          <ac:chgData name="Исламов Руслан" userId="31c09606bce21947" providerId="Windows Live" clId="Web-{2D7CDE39-CB82-49B2-9507-F6D4C06532A9}" dt="2023-05-02T16:38:17.604" v="297"/>
          <ac:spMkLst>
            <pc:docMk/>
            <pc:sldMk cId="1837920716" sldId="262"/>
            <ac:spMk id="194" creationId="{0A253F60-DE40-4508-A37A-61331DF1DD5D}"/>
          </ac:spMkLst>
        </pc:spChg>
        <pc:spChg chg="add">
          <ac:chgData name="Исламов Руслан" userId="31c09606bce21947" providerId="Windows Live" clId="Web-{2D7CDE39-CB82-49B2-9507-F6D4C06532A9}" dt="2023-05-02T16:38:17.604" v="297"/>
          <ac:spMkLst>
            <pc:docMk/>
            <pc:sldMk cId="1837920716" sldId="262"/>
            <ac:spMk id="196" creationId="{3BBF3378-C49E-4B97-A883-6393FBF18C0B}"/>
          </ac:spMkLst>
        </pc:spChg>
        <pc:spChg chg="add">
          <ac:chgData name="Исламов Руслан" userId="31c09606bce21947" providerId="Windows Live" clId="Web-{2D7CDE39-CB82-49B2-9507-F6D4C06532A9}" dt="2023-05-02T16:38:17.604" v="297"/>
          <ac:spMkLst>
            <pc:docMk/>
            <pc:sldMk cId="1837920716" sldId="262"/>
            <ac:spMk id="229" creationId="{EB68BB96-3C54-47CE-A559-16FC5968EE9F}"/>
          </ac:spMkLst>
        </pc:spChg>
        <pc:spChg chg="add">
          <ac:chgData name="Исламов Руслан" userId="31c09606bce21947" providerId="Windows Live" clId="Web-{2D7CDE39-CB82-49B2-9507-F6D4C06532A9}" dt="2023-05-02T16:38:17.604" v="297"/>
          <ac:spMkLst>
            <pc:docMk/>
            <pc:sldMk cId="1837920716" sldId="262"/>
            <ac:spMk id="262" creationId="{A173122F-D466-4F08-90FA-0038F7AC214A}"/>
          </ac:spMkLst>
        </pc:spChg>
        <pc:spChg chg="add">
          <ac:chgData name="Исламов Руслан" userId="31c09606bce21947" providerId="Windows Live" clId="Web-{2D7CDE39-CB82-49B2-9507-F6D4C06532A9}" dt="2023-05-02T16:38:17.604" v="297"/>
          <ac:spMkLst>
            <pc:docMk/>
            <pc:sldMk cId="1837920716" sldId="262"/>
            <ac:spMk id="264" creationId="{4A929113-1368-4B1B-9C6F-140F47CBF40E}"/>
          </ac:spMkLst>
        </pc:spChg>
        <pc:spChg chg="add">
          <ac:chgData name="Исламов Руслан" userId="31c09606bce21947" providerId="Windows Live" clId="Web-{2D7CDE39-CB82-49B2-9507-F6D4C06532A9}" dt="2023-05-02T16:38:17.604" v="297"/>
          <ac:spMkLst>
            <pc:docMk/>
            <pc:sldMk cId="1837920716" sldId="262"/>
            <ac:spMk id="266" creationId="{C24346C5-B1C8-4C83-846B-122A3B4B2FEE}"/>
          </ac:spMkLst>
        </pc:spChg>
        <pc:spChg chg="add">
          <ac:chgData name="Исламов Руслан" userId="31c09606bce21947" providerId="Windows Live" clId="Web-{2D7CDE39-CB82-49B2-9507-F6D4C06532A9}" dt="2023-05-02T16:38:17.604" v="297"/>
          <ac:spMkLst>
            <pc:docMk/>
            <pc:sldMk cId="1837920716" sldId="262"/>
            <ac:spMk id="268" creationId="{0B6C48B2-8296-4312-8901-93BB7735D17B}"/>
          </ac:spMkLst>
        </pc:spChg>
        <pc:grpChg chg="add del">
          <ac:chgData name="Исламов Руслан" userId="31c09606bce21947" providerId="Windows Live" clId="Web-{2D7CDE39-CB82-49B2-9507-F6D4C06532A9}" dt="2023-05-02T16:35:27.686" v="294"/>
          <ac:grpSpMkLst>
            <pc:docMk/>
            <pc:sldMk cId="1837920716" sldId="262"/>
            <ac:grpSpMk id="11" creationId="{87F0794B-55D3-4D2D-BDE7-4688ED321E42}"/>
          </ac:grpSpMkLst>
        </pc:grpChg>
        <pc:grpChg chg="add del">
          <ac:chgData name="Исламов Руслан" userId="31c09606bce21947" providerId="Windows Live" clId="Web-{2D7CDE39-CB82-49B2-9507-F6D4C06532A9}" dt="2023-05-02T16:35:27.686" v="294"/>
          <ac:grpSpMkLst>
            <pc:docMk/>
            <pc:sldMk cId="1837920716" sldId="262"/>
            <ac:grpSpMk id="48" creationId="{44C729BC-90F1-4823-A305-F6F124E93A95}"/>
          </ac:grpSpMkLst>
        </pc:grpChg>
        <pc:grpChg chg="add del">
          <ac:chgData name="Исламов Руслан" userId="31c09606bce21947" providerId="Windows Live" clId="Web-{2D7CDE39-CB82-49B2-9507-F6D4C06532A9}" dt="2023-05-02T16:35:27.686" v="294"/>
          <ac:grpSpMkLst>
            <pc:docMk/>
            <pc:sldMk cId="1837920716" sldId="262"/>
            <ac:grpSpMk id="81" creationId="{E299E832-D146-4687-88A1-FFB2D9CD07D5}"/>
          </ac:grpSpMkLst>
        </pc:grpChg>
        <pc:grpChg chg="add del">
          <ac:chgData name="Исламов Руслан" userId="31c09606bce21947" providerId="Windows Live" clId="Web-{2D7CDE39-CB82-49B2-9507-F6D4C06532A9}" dt="2023-05-02T16:38:17.604" v="297"/>
          <ac:grpSpMkLst>
            <pc:docMk/>
            <pc:sldMk cId="1837920716" sldId="262"/>
            <ac:grpSpMk id="123" creationId="{8323DD1D-77DE-48B2-A0A0-6265801531E5}"/>
          </ac:grpSpMkLst>
        </pc:grpChg>
        <pc:grpChg chg="add">
          <ac:chgData name="Исламов Руслан" userId="31c09606bce21947" providerId="Windows Live" clId="Web-{2D7CDE39-CB82-49B2-9507-F6D4C06532A9}" dt="2023-05-02T16:38:17.604" v="297"/>
          <ac:grpSpMkLst>
            <pc:docMk/>
            <pc:sldMk cId="1837920716" sldId="262"/>
            <ac:grpSpMk id="161" creationId="{87F0794B-55D3-4D2D-BDE7-4688ED321E42}"/>
          </ac:grpSpMkLst>
        </pc:grpChg>
        <pc:grpChg chg="add">
          <ac:chgData name="Исламов Руслан" userId="31c09606bce21947" providerId="Windows Live" clId="Web-{2D7CDE39-CB82-49B2-9507-F6D4C06532A9}" dt="2023-05-02T16:38:17.604" v="297"/>
          <ac:grpSpMkLst>
            <pc:docMk/>
            <pc:sldMk cId="1837920716" sldId="262"/>
            <ac:grpSpMk id="198" creationId="{DA3D4001-286E-4CB2-B293-3058BDDC8221}"/>
          </ac:grpSpMkLst>
        </pc:grpChg>
        <pc:grpChg chg="add">
          <ac:chgData name="Исламов Руслан" userId="31c09606bce21947" providerId="Windows Live" clId="Web-{2D7CDE39-CB82-49B2-9507-F6D4C06532A9}" dt="2023-05-02T16:38:17.604" v="297"/>
          <ac:grpSpMkLst>
            <pc:docMk/>
            <pc:sldMk cId="1837920716" sldId="262"/>
            <ac:grpSpMk id="231" creationId="{BDDD9304-3AB6-4BE9-833E-9C1B3EC42182}"/>
          </ac:grpSpMkLst>
        </pc:grpChg>
        <pc:grpChg chg="add">
          <ac:chgData name="Исламов Руслан" userId="31c09606bce21947" providerId="Windows Live" clId="Web-{2D7CDE39-CB82-49B2-9507-F6D4C06532A9}" dt="2023-05-02T16:38:17.604" v="297"/>
          <ac:grpSpMkLst>
            <pc:docMk/>
            <pc:sldMk cId="1837920716" sldId="262"/>
            <ac:grpSpMk id="270" creationId="{90F28F7A-4F2F-4C1B-AF1C-A6E7C79532B5}"/>
          </ac:grpSpMkLst>
        </pc:grpChg>
        <pc:picChg chg="add del mod">
          <ac:chgData name="Исламов Руслан" userId="31c09606bce21947" providerId="Windows Live" clId="Web-{2D7CDE39-CB82-49B2-9507-F6D4C06532A9}" dt="2023-05-02T16:35:06.169" v="292"/>
          <ac:picMkLst>
            <pc:docMk/>
            <pc:sldMk cId="1837920716" sldId="262"/>
            <ac:picMk id="4" creationId="{F90F342E-E97B-5318-7C71-474742A9F446}"/>
          </ac:picMkLst>
        </pc:picChg>
        <pc:picChg chg="add del mod">
          <ac:chgData name="Исламов Руслан" userId="31c09606bce21947" providerId="Windows Live" clId="Web-{2D7CDE39-CB82-49B2-9507-F6D4C06532A9}" dt="2023-05-02T16:28:24.156" v="289"/>
          <ac:picMkLst>
            <pc:docMk/>
            <pc:sldMk cId="1837920716" sldId="262"/>
            <ac:picMk id="5" creationId="{5C4D8C3A-A480-39D8-DEAE-503230DF5531}"/>
          </ac:picMkLst>
        </pc:picChg>
        <pc:picChg chg="add del mod">
          <ac:chgData name="Исламов Руслан" userId="31c09606bce21947" providerId="Windows Live" clId="Web-{2D7CDE39-CB82-49B2-9507-F6D4C06532A9}" dt="2023-05-02T16:38:01.244" v="295"/>
          <ac:picMkLst>
            <pc:docMk/>
            <pc:sldMk cId="1837920716" sldId="262"/>
            <ac:picMk id="6" creationId="{FB0B825B-4FDA-3F37-2CD2-C19EB2A05C2C}"/>
          </ac:picMkLst>
        </pc:picChg>
        <pc:picChg chg="add mod">
          <ac:chgData name="Исламов Руслан" userId="31c09606bce21947" providerId="Windows Live" clId="Web-{2D7CDE39-CB82-49B2-9507-F6D4C06532A9}" dt="2023-05-02T16:38:30.152" v="300" actId="1076"/>
          <ac:picMkLst>
            <pc:docMk/>
            <pc:sldMk cId="1837920716" sldId="262"/>
            <ac:picMk id="7" creationId="{471D62E3-7E65-DF6C-E56A-05E06C442494}"/>
          </ac:picMkLst>
        </pc:picChg>
      </pc:sldChg>
      <pc:sldChg chg="addSp delSp modSp new mod setBg">
        <pc:chgData name="Исламов Руслан" userId="31c09606bce21947" providerId="Windows Live" clId="Web-{2D7CDE39-CB82-49B2-9507-F6D4C06532A9}" dt="2023-05-02T16:59:17.757" v="354"/>
        <pc:sldMkLst>
          <pc:docMk/>
          <pc:sldMk cId="2956882626" sldId="263"/>
        </pc:sldMkLst>
        <pc:spChg chg="mod">
          <ac:chgData name="Исламов Руслан" userId="31c09606bce21947" providerId="Windows Live" clId="Web-{2D7CDE39-CB82-49B2-9507-F6D4C06532A9}" dt="2023-05-02T16:59:17.757" v="354"/>
          <ac:spMkLst>
            <pc:docMk/>
            <pc:sldMk cId="2956882626" sldId="263"/>
            <ac:spMk id="2" creationId="{95AA56E7-9D54-444A-A15D-6E1238A27B56}"/>
          </ac:spMkLst>
        </pc:spChg>
        <pc:spChg chg="del">
          <ac:chgData name="Исламов Руслан" userId="31c09606bce21947" providerId="Windows Live" clId="Web-{2D7CDE39-CB82-49B2-9507-F6D4C06532A9}" dt="2023-05-02T16:50:05.280" v="323"/>
          <ac:spMkLst>
            <pc:docMk/>
            <pc:sldMk cId="2956882626" sldId="263"/>
            <ac:spMk id="3" creationId="{4E19E60E-6F65-72D4-D6F1-2698B9E8B600}"/>
          </ac:spMkLst>
        </pc:spChg>
        <pc:spChg chg="add del">
          <ac:chgData name="Исламов Руслан" userId="31c09606bce21947" providerId="Windows Live" clId="Web-{2D7CDE39-CB82-49B2-9507-F6D4C06532A9}" dt="2023-05-02T16:56:30.573" v="339"/>
          <ac:spMkLst>
            <pc:docMk/>
            <pc:sldMk cId="2956882626" sldId="263"/>
            <ac:spMk id="11" creationId="{A4798C7F-C8CA-4799-BF37-3AB4642CDB66}"/>
          </ac:spMkLst>
        </pc:spChg>
        <pc:spChg chg="add del">
          <ac:chgData name="Исламов Руслан" userId="31c09606bce21947" providerId="Windows Live" clId="Web-{2D7CDE39-CB82-49B2-9507-F6D4C06532A9}" dt="2023-05-02T16:56:30.573" v="339"/>
          <ac:spMkLst>
            <pc:docMk/>
            <pc:sldMk cId="2956882626" sldId="263"/>
            <ac:spMk id="44" creationId="{216BB147-20D5-4D93-BDA5-1BC614D6A4B2}"/>
          </ac:spMkLst>
        </pc:spChg>
        <pc:spChg chg="add del">
          <ac:chgData name="Исламов Руслан" userId="31c09606bce21947" providerId="Windows Live" clId="Web-{2D7CDE39-CB82-49B2-9507-F6D4C06532A9}" dt="2023-05-02T16:56:30.573" v="339"/>
          <ac:spMkLst>
            <pc:docMk/>
            <pc:sldMk cId="2956882626" sldId="263"/>
            <ac:spMk id="46" creationId="{0A253F60-DE40-4508-A37A-61331DF1DD5D}"/>
          </ac:spMkLst>
        </pc:spChg>
        <pc:spChg chg="add del">
          <ac:chgData name="Исламов Руслан" userId="31c09606bce21947" providerId="Windows Live" clId="Web-{2D7CDE39-CB82-49B2-9507-F6D4C06532A9}" dt="2023-05-02T16:56:30.573" v="339"/>
          <ac:spMkLst>
            <pc:docMk/>
            <pc:sldMk cId="2956882626" sldId="263"/>
            <ac:spMk id="48" creationId="{63F76E1C-FC69-44F6-935D-9FD6397B508C}"/>
          </ac:spMkLst>
        </pc:spChg>
        <pc:spChg chg="add del">
          <ac:chgData name="Исламов Руслан" userId="31c09606bce21947" providerId="Windows Live" clId="Web-{2D7CDE39-CB82-49B2-9507-F6D4C06532A9}" dt="2023-05-02T16:56:30.573" v="339"/>
          <ac:spMkLst>
            <pc:docMk/>
            <pc:sldMk cId="2956882626" sldId="263"/>
            <ac:spMk id="81" creationId="{62FC2A78-9BA8-46A3-B2FC-D2536540C194}"/>
          </ac:spMkLst>
        </pc:spChg>
        <pc:spChg chg="add del">
          <ac:chgData name="Исламов Руслан" userId="31c09606bce21947" providerId="Windows Live" clId="Web-{2D7CDE39-CB82-49B2-9507-F6D4C06532A9}" dt="2023-05-02T16:56:30.573" v="339"/>
          <ac:spMkLst>
            <pc:docMk/>
            <pc:sldMk cId="2956882626" sldId="263"/>
            <ac:spMk id="114" creationId="{A173122F-D466-4F08-90FA-0038F7AC214A}"/>
          </ac:spMkLst>
        </pc:spChg>
        <pc:spChg chg="add del">
          <ac:chgData name="Исламов Руслан" userId="31c09606bce21947" providerId="Windows Live" clId="Web-{2D7CDE39-CB82-49B2-9507-F6D4C06532A9}" dt="2023-05-02T16:56:30.573" v="339"/>
          <ac:spMkLst>
            <pc:docMk/>
            <pc:sldMk cId="2956882626" sldId="263"/>
            <ac:spMk id="116" creationId="{4A929113-1368-4B1B-9C6F-140F47CBF40E}"/>
          </ac:spMkLst>
        </pc:spChg>
        <pc:spChg chg="add del">
          <ac:chgData name="Исламов Руслан" userId="31c09606bce21947" providerId="Windows Live" clId="Web-{2D7CDE39-CB82-49B2-9507-F6D4C06532A9}" dt="2023-05-02T16:56:30.573" v="339"/>
          <ac:spMkLst>
            <pc:docMk/>
            <pc:sldMk cId="2956882626" sldId="263"/>
            <ac:spMk id="118" creationId="{C24346C5-B1C8-4C83-846B-122A3B4B2FEE}"/>
          </ac:spMkLst>
        </pc:spChg>
        <pc:spChg chg="add del">
          <ac:chgData name="Исламов Руслан" userId="31c09606bce21947" providerId="Windows Live" clId="Web-{2D7CDE39-CB82-49B2-9507-F6D4C06532A9}" dt="2023-05-02T16:56:30.573" v="339"/>
          <ac:spMkLst>
            <pc:docMk/>
            <pc:sldMk cId="2956882626" sldId="263"/>
            <ac:spMk id="120" creationId="{0B6C48B2-8296-4312-8901-93BB7735D17B}"/>
          </ac:spMkLst>
        </pc:spChg>
        <pc:spChg chg="add del">
          <ac:chgData name="Исламов Руслан" userId="31c09606bce21947" providerId="Windows Live" clId="Web-{2D7CDE39-CB82-49B2-9507-F6D4C06532A9}" dt="2023-05-02T16:59:17.757" v="354"/>
          <ac:spMkLst>
            <pc:docMk/>
            <pc:sldMk cId="2956882626" sldId="263"/>
            <ac:spMk id="153" creationId="{A4798C7F-C8CA-4799-BF37-3AB4642CDB66}"/>
          </ac:spMkLst>
        </pc:spChg>
        <pc:spChg chg="add del">
          <ac:chgData name="Исламов Руслан" userId="31c09606bce21947" providerId="Windows Live" clId="Web-{2D7CDE39-CB82-49B2-9507-F6D4C06532A9}" dt="2023-05-02T16:59:17.757" v="354"/>
          <ac:spMkLst>
            <pc:docMk/>
            <pc:sldMk cId="2956882626" sldId="263"/>
            <ac:spMk id="155" creationId="{216BB147-20D5-4D93-BDA5-1BC614D6A4B2}"/>
          </ac:spMkLst>
        </pc:spChg>
        <pc:spChg chg="add del">
          <ac:chgData name="Исламов Руслан" userId="31c09606bce21947" providerId="Windows Live" clId="Web-{2D7CDE39-CB82-49B2-9507-F6D4C06532A9}" dt="2023-05-02T16:59:17.757" v="354"/>
          <ac:spMkLst>
            <pc:docMk/>
            <pc:sldMk cId="2956882626" sldId="263"/>
            <ac:spMk id="156" creationId="{0A253F60-DE40-4508-A37A-61331DF1DD5D}"/>
          </ac:spMkLst>
        </pc:spChg>
        <pc:spChg chg="add del">
          <ac:chgData name="Исламов Руслан" userId="31c09606bce21947" providerId="Windows Live" clId="Web-{2D7CDE39-CB82-49B2-9507-F6D4C06532A9}" dt="2023-05-02T16:59:17.757" v="354"/>
          <ac:spMkLst>
            <pc:docMk/>
            <pc:sldMk cId="2956882626" sldId="263"/>
            <ac:spMk id="157" creationId="{63F76E1C-FC69-44F6-935D-9FD6397B508C}"/>
          </ac:spMkLst>
        </pc:spChg>
        <pc:spChg chg="add del">
          <ac:chgData name="Исламов Руслан" userId="31c09606bce21947" providerId="Windows Live" clId="Web-{2D7CDE39-CB82-49B2-9507-F6D4C06532A9}" dt="2023-05-02T16:59:17.757" v="354"/>
          <ac:spMkLst>
            <pc:docMk/>
            <pc:sldMk cId="2956882626" sldId="263"/>
            <ac:spMk id="159" creationId="{62FC2A78-9BA8-46A3-B2FC-D2536540C194}"/>
          </ac:spMkLst>
        </pc:spChg>
        <pc:spChg chg="add del">
          <ac:chgData name="Исламов Руслан" userId="31c09606bce21947" providerId="Windows Live" clId="Web-{2D7CDE39-CB82-49B2-9507-F6D4C06532A9}" dt="2023-05-02T16:59:17.757" v="354"/>
          <ac:spMkLst>
            <pc:docMk/>
            <pc:sldMk cId="2956882626" sldId="263"/>
            <ac:spMk id="161" creationId="{A173122F-D466-4F08-90FA-0038F7AC214A}"/>
          </ac:spMkLst>
        </pc:spChg>
        <pc:spChg chg="add del">
          <ac:chgData name="Исламов Руслан" userId="31c09606bce21947" providerId="Windows Live" clId="Web-{2D7CDE39-CB82-49B2-9507-F6D4C06532A9}" dt="2023-05-02T16:59:17.757" v="354"/>
          <ac:spMkLst>
            <pc:docMk/>
            <pc:sldMk cId="2956882626" sldId="263"/>
            <ac:spMk id="162" creationId="{4A929113-1368-4B1B-9C6F-140F47CBF40E}"/>
          </ac:spMkLst>
        </pc:spChg>
        <pc:spChg chg="add del">
          <ac:chgData name="Исламов Руслан" userId="31c09606bce21947" providerId="Windows Live" clId="Web-{2D7CDE39-CB82-49B2-9507-F6D4C06532A9}" dt="2023-05-02T16:59:17.757" v="354"/>
          <ac:spMkLst>
            <pc:docMk/>
            <pc:sldMk cId="2956882626" sldId="263"/>
            <ac:spMk id="163" creationId="{0B6C48B2-8296-4312-8901-93BB7735D17B}"/>
          </ac:spMkLst>
        </pc:spChg>
        <pc:spChg chg="add del">
          <ac:chgData name="Исламов Руслан" userId="31c09606bce21947" providerId="Windows Live" clId="Web-{2D7CDE39-CB82-49B2-9507-F6D4C06532A9}" dt="2023-05-02T16:59:17.757" v="354"/>
          <ac:spMkLst>
            <pc:docMk/>
            <pc:sldMk cId="2956882626" sldId="263"/>
            <ac:spMk id="164" creationId="{C24346C5-B1C8-4C83-846B-122A3B4B2FEE}"/>
          </ac:spMkLst>
        </pc:spChg>
        <pc:spChg chg="add">
          <ac:chgData name="Исламов Руслан" userId="31c09606bce21947" providerId="Windows Live" clId="Web-{2D7CDE39-CB82-49B2-9507-F6D4C06532A9}" dt="2023-05-02T16:59:17.757" v="354"/>
          <ac:spMkLst>
            <pc:docMk/>
            <pc:sldMk cId="2956882626" sldId="263"/>
            <ac:spMk id="170" creationId="{A4798C7F-C8CA-4799-BF37-3AB4642CDB66}"/>
          </ac:spMkLst>
        </pc:spChg>
        <pc:spChg chg="add">
          <ac:chgData name="Исламов Руслан" userId="31c09606bce21947" providerId="Windows Live" clId="Web-{2D7CDE39-CB82-49B2-9507-F6D4C06532A9}" dt="2023-05-02T16:59:17.757" v="354"/>
          <ac:spMkLst>
            <pc:docMk/>
            <pc:sldMk cId="2956882626" sldId="263"/>
            <ac:spMk id="203" creationId="{216BB147-20D5-4D93-BDA5-1BC614D6A4B2}"/>
          </ac:spMkLst>
        </pc:spChg>
        <pc:spChg chg="add">
          <ac:chgData name="Исламов Руслан" userId="31c09606bce21947" providerId="Windows Live" clId="Web-{2D7CDE39-CB82-49B2-9507-F6D4C06532A9}" dt="2023-05-02T16:59:17.757" v="354"/>
          <ac:spMkLst>
            <pc:docMk/>
            <pc:sldMk cId="2956882626" sldId="263"/>
            <ac:spMk id="205" creationId="{0A253F60-DE40-4508-A37A-61331DF1DD5D}"/>
          </ac:spMkLst>
        </pc:spChg>
        <pc:spChg chg="add">
          <ac:chgData name="Исламов Руслан" userId="31c09606bce21947" providerId="Windows Live" clId="Web-{2D7CDE39-CB82-49B2-9507-F6D4C06532A9}" dt="2023-05-02T16:59:17.757" v="354"/>
          <ac:spMkLst>
            <pc:docMk/>
            <pc:sldMk cId="2956882626" sldId="263"/>
            <ac:spMk id="207" creationId="{DC4F0DF2-1EED-4581-B655-8C14C5BAB7AE}"/>
          </ac:spMkLst>
        </pc:spChg>
        <pc:spChg chg="add">
          <ac:chgData name="Исламов Руслан" userId="31c09606bce21947" providerId="Windows Live" clId="Web-{2D7CDE39-CB82-49B2-9507-F6D4C06532A9}" dt="2023-05-02T16:59:17.757" v="354"/>
          <ac:spMkLst>
            <pc:docMk/>
            <pc:sldMk cId="2956882626" sldId="263"/>
            <ac:spMk id="240" creationId="{C81816BF-4EE2-4CE9-99A7-4F75A9168114}"/>
          </ac:spMkLst>
        </pc:spChg>
        <pc:spChg chg="add">
          <ac:chgData name="Исламов Руслан" userId="31c09606bce21947" providerId="Windows Live" clId="Web-{2D7CDE39-CB82-49B2-9507-F6D4C06532A9}" dt="2023-05-02T16:59:17.757" v="354"/>
          <ac:spMkLst>
            <pc:docMk/>
            <pc:sldMk cId="2956882626" sldId="263"/>
            <ac:spMk id="273" creationId="{A173122F-D466-4F08-90FA-0038F7AC214A}"/>
          </ac:spMkLst>
        </pc:spChg>
        <pc:spChg chg="add">
          <ac:chgData name="Исламов Руслан" userId="31c09606bce21947" providerId="Windows Live" clId="Web-{2D7CDE39-CB82-49B2-9507-F6D4C06532A9}" dt="2023-05-02T16:59:17.757" v="354"/>
          <ac:spMkLst>
            <pc:docMk/>
            <pc:sldMk cId="2956882626" sldId="263"/>
            <ac:spMk id="275" creationId="{4A929113-1368-4B1B-9C6F-140F47CBF40E}"/>
          </ac:spMkLst>
        </pc:spChg>
        <pc:spChg chg="add">
          <ac:chgData name="Исламов Руслан" userId="31c09606bce21947" providerId="Windows Live" clId="Web-{2D7CDE39-CB82-49B2-9507-F6D4C06532A9}" dt="2023-05-02T16:59:17.757" v="354"/>
          <ac:spMkLst>
            <pc:docMk/>
            <pc:sldMk cId="2956882626" sldId="263"/>
            <ac:spMk id="277" creationId="{C24346C5-B1C8-4C83-846B-122A3B4B2FEE}"/>
          </ac:spMkLst>
        </pc:spChg>
        <pc:spChg chg="add">
          <ac:chgData name="Исламов Руслан" userId="31c09606bce21947" providerId="Windows Live" clId="Web-{2D7CDE39-CB82-49B2-9507-F6D4C06532A9}" dt="2023-05-02T16:59:17.757" v="354"/>
          <ac:spMkLst>
            <pc:docMk/>
            <pc:sldMk cId="2956882626" sldId="263"/>
            <ac:spMk id="279" creationId="{0B6C48B2-8296-4312-8901-93BB7735D17B}"/>
          </ac:spMkLst>
        </pc:spChg>
        <pc:grpChg chg="add del">
          <ac:chgData name="Исламов Руслан" userId="31c09606bce21947" providerId="Windows Live" clId="Web-{2D7CDE39-CB82-49B2-9507-F6D4C06532A9}" dt="2023-05-02T16:56:30.573" v="339"/>
          <ac:grpSpMkLst>
            <pc:docMk/>
            <pc:sldMk cId="2956882626" sldId="263"/>
            <ac:grpSpMk id="13" creationId="{87F0794B-55D3-4D2D-BDE7-4688ED321E42}"/>
          </ac:grpSpMkLst>
        </pc:grpChg>
        <pc:grpChg chg="add del">
          <ac:chgData name="Исламов Руслан" userId="31c09606bce21947" providerId="Windows Live" clId="Web-{2D7CDE39-CB82-49B2-9507-F6D4C06532A9}" dt="2023-05-02T16:56:30.573" v="339"/>
          <ac:grpSpMkLst>
            <pc:docMk/>
            <pc:sldMk cId="2956882626" sldId="263"/>
            <ac:grpSpMk id="50" creationId="{AB3C4E00-6B18-4CF8-9DC2-021622967514}"/>
          </ac:grpSpMkLst>
        </pc:grpChg>
        <pc:grpChg chg="add del">
          <ac:chgData name="Исламов Руслан" userId="31c09606bce21947" providerId="Windows Live" clId="Web-{2D7CDE39-CB82-49B2-9507-F6D4C06532A9}" dt="2023-05-02T16:56:30.573" v="339"/>
          <ac:grpSpMkLst>
            <pc:docMk/>
            <pc:sldMk cId="2956882626" sldId="263"/>
            <ac:grpSpMk id="83" creationId="{12F6BB95-E3D7-4E0D-B657-19A7A700D589}"/>
          </ac:grpSpMkLst>
        </pc:grpChg>
        <pc:grpChg chg="add del">
          <ac:chgData name="Исламов Руслан" userId="31c09606bce21947" providerId="Windows Live" clId="Web-{2D7CDE39-CB82-49B2-9507-F6D4C06532A9}" dt="2023-05-02T16:56:30.573" v="339"/>
          <ac:grpSpMkLst>
            <pc:docMk/>
            <pc:sldMk cId="2956882626" sldId="263"/>
            <ac:grpSpMk id="122" creationId="{90F28F7A-4F2F-4C1B-AF1C-A6E7C79532B5}"/>
          </ac:grpSpMkLst>
        </pc:grpChg>
        <pc:grpChg chg="add del">
          <ac:chgData name="Исламов Руслан" userId="31c09606bce21947" providerId="Windows Live" clId="Web-{2D7CDE39-CB82-49B2-9507-F6D4C06532A9}" dt="2023-05-02T16:59:17.757" v="354"/>
          <ac:grpSpMkLst>
            <pc:docMk/>
            <pc:sldMk cId="2956882626" sldId="263"/>
            <ac:grpSpMk id="154" creationId="{87F0794B-55D3-4D2D-BDE7-4688ED321E42}"/>
          </ac:grpSpMkLst>
        </pc:grpChg>
        <pc:grpChg chg="add del">
          <ac:chgData name="Исламов Руслан" userId="31c09606bce21947" providerId="Windows Live" clId="Web-{2D7CDE39-CB82-49B2-9507-F6D4C06532A9}" dt="2023-05-02T16:59:17.757" v="354"/>
          <ac:grpSpMkLst>
            <pc:docMk/>
            <pc:sldMk cId="2956882626" sldId="263"/>
            <ac:grpSpMk id="158" creationId="{AB3C4E00-6B18-4CF8-9DC2-021622967514}"/>
          </ac:grpSpMkLst>
        </pc:grpChg>
        <pc:grpChg chg="add del">
          <ac:chgData name="Исламов Руслан" userId="31c09606bce21947" providerId="Windows Live" clId="Web-{2D7CDE39-CB82-49B2-9507-F6D4C06532A9}" dt="2023-05-02T16:59:17.757" v="354"/>
          <ac:grpSpMkLst>
            <pc:docMk/>
            <pc:sldMk cId="2956882626" sldId="263"/>
            <ac:grpSpMk id="160" creationId="{12F6BB95-E3D7-4E0D-B657-19A7A700D589}"/>
          </ac:grpSpMkLst>
        </pc:grpChg>
        <pc:grpChg chg="add del">
          <ac:chgData name="Исламов Руслан" userId="31c09606bce21947" providerId="Windows Live" clId="Web-{2D7CDE39-CB82-49B2-9507-F6D4C06532A9}" dt="2023-05-02T16:59:17.757" v="354"/>
          <ac:grpSpMkLst>
            <pc:docMk/>
            <pc:sldMk cId="2956882626" sldId="263"/>
            <ac:grpSpMk id="165" creationId="{90F28F7A-4F2F-4C1B-AF1C-A6E7C79532B5}"/>
          </ac:grpSpMkLst>
        </pc:grpChg>
        <pc:grpChg chg="add">
          <ac:chgData name="Исламов Руслан" userId="31c09606bce21947" providerId="Windows Live" clId="Web-{2D7CDE39-CB82-49B2-9507-F6D4C06532A9}" dt="2023-05-02T16:59:17.757" v="354"/>
          <ac:grpSpMkLst>
            <pc:docMk/>
            <pc:sldMk cId="2956882626" sldId="263"/>
            <ac:grpSpMk id="172" creationId="{87F0794B-55D3-4D2D-BDE7-4688ED321E42}"/>
          </ac:grpSpMkLst>
        </pc:grpChg>
        <pc:grpChg chg="add">
          <ac:chgData name="Исламов Руслан" userId="31c09606bce21947" providerId="Windows Live" clId="Web-{2D7CDE39-CB82-49B2-9507-F6D4C06532A9}" dt="2023-05-02T16:59:17.757" v="354"/>
          <ac:grpSpMkLst>
            <pc:docMk/>
            <pc:sldMk cId="2956882626" sldId="263"/>
            <ac:grpSpMk id="209" creationId="{00BFC5BA-6DE6-44CA-ABB3-B3608F58C047}"/>
          </ac:grpSpMkLst>
        </pc:grpChg>
        <pc:grpChg chg="add">
          <ac:chgData name="Исламов Руслан" userId="31c09606bce21947" providerId="Windows Live" clId="Web-{2D7CDE39-CB82-49B2-9507-F6D4C06532A9}" dt="2023-05-02T16:59:17.757" v="354"/>
          <ac:grpSpMkLst>
            <pc:docMk/>
            <pc:sldMk cId="2956882626" sldId="263"/>
            <ac:grpSpMk id="242" creationId="{88FCC076-1793-49D4-A8A1-873C7CCB2703}"/>
          </ac:grpSpMkLst>
        </pc:grpChg>
        <pc:grpChg chg="add">
          <ac:chgData name="Исламов Руслан" userId="31c09606bce21947" providerId="Windows Live" clId="Web-{2D7CDE39-CB82-49B2-9507-F6D4C06532A9}" dt="2023-05-02T16:59:17.757" v="354"/>
          <ac:grpSpMkLst>
            <pc:docMk/>
            <pc:sldMk cId="2956882626" sldId="263"/>
            <ac:grpSpMk id="281" creationId="{90F28F7A-4F2F-4C1B-AF1C-A6E7C79532B5}"/>
          </ac:grpSpMkLst>
        </pc:grpChg>
        <pc:picChg chg="add mod">
          <ac:chgData name="Исламов Руслан" userId="31c09606bce21947" providerId="Windows Live" clId="Web-{2D7CDE39-CB82-49B2-9507-F6D4C06532A9}" dt="2023-05-02T16:59:17.757" v="354"/>
          <ac:picMkLst>
            <pc:docMk/>
            <pc:sldMk cId="2956882626" sldId="263"/>
            <ac:picMk id="4" creationId="{DC4FAC08-3DA9-6B56-BDEF-340C8E2E21A3}"/>
          </ac:picMkLst>
        </pc:picChg>
        <pc:picChg chg="add del mod">
          <ac:chgData name="Исламов Руслан" userId="31c09606bce21947" providerId="Windows Live" clId="Web-{2D7CDE39-CB82-49B2-9507-F6D4C06532A9}" dt="2023-05-02T16:53:28.263" v="329"/>
          <ac:picMkLst>
            <pc:docMk/>
            <pc:sldMk cId="2956882626" sldId="263"/>
            <ac:picMk id="5" creationId="{D4FF2F62-548D-D4EC-81AD-B1CA09207A58}"/>
          </ac:picMkLst>
        </pc:picChg>
        <pc:picChg chg="add mod">
          <ac:chgData name="Исламов Руслан" userId="31c09606bce21947" providerId="Windows Live" clId="Web-{2D7CDE39-CB82-49B2-9507-F6D4C06532A9}" dt="2023-05-02T16:59:17.757" v="354"/>
          <ac:picMkLst>
            <pc:docMk/>
            <pc:sldMk cId="2956882626" sldId="263"/>
            <ac:picMk id="6" creationId="{C9E94784-E7C2-E990-3632-3DD328D71939}"/>
          </ac:picMkLst>
        </pc:picChg>
        <pc:picChg chg="add del mod">
          <ac:chgData name="Исламов Руслан" userId="31c09606bce21947" providerId="Windows Live" clId="Web-{2D7CDE39-CB82-49B2-9507-F6D4C06532A9}" dt="2023-05-02T16:56:06.493" v="337"/>
          <ac:picMkLst>
            <pc:docMk/>
            <pc:sldMk cId="2956882626" sldId="263"/>
            <ac:picMk id="7" creationId="{52C282A2-2DA3-AAA6-12E6-2329ABBB9A79}"/>
          </ac:picMkLst>
        </pc:picChg>
        <pc:picChg chg="add del mod">
          <ac:chgData name="Исламов Руслан" userId="31c09606bce21947" providerId="Windows Live" clId="Web-{2D7CDE39-CB82-49B2-9507-F6D4C06532A9}" dt="2023-05-02T16:56:06.493" v="336"/>
          <ac:picMkLst>
            <pc:docMk/>
            <pc:sldMk cId="2956882626" sldId="263"/>
            <ac:picMk id="8" creationId="{F977DBEB-F754-DD0C-E888-3D65B5861296}"/>
          </ac:picMkLst>
        </pc:picChg>
        <pc:picChg chg="add del mod">
          <ac:chgData name="Исламов Руслан" userId="31c09606bce21947" providerId="Windows Live" clId="Web-{2D7CDE39-CB82-49B2-9507-F6D4C06532A9}" dt="2023-05-02T16:58:54.990" v="352"/>
          <ac:picMkLst>
            <pc:docMk/>
            <pc:sldMk cId="2956882626" sldId="263"/>
            <ac:picMk id="9" creationId="{CB1457F9-F6B1-59A3-51F0-AB4EB261BE44}"/>
          </ac:picMkLst>
        </pc:picChg>
        <pc:picChg chg="add mod">
          <ac:chgData name="Исламов Руслан" userId="31c09606bce21947" providerId="Windows Live" clId="Web-{2D7CDE39-CB82-49B2-9507-F6D4C06532A9}" dt="2023-05-02T16:59:17.757" v="354"/>
          <ac:picMkLst>
            <pc:docMk/>
            <pc:sldMk cId="2956882626" sldId="263"/>
            <ac:picMk id="10" creationId="{52AA93C0-B062-A8B0-C512-3D55D1303D42}"/>
          </ac:picMkLst>
        </pc:picChg>
        <pc:picChg chg="add mod">
          <ac:chgData name="Исламов Руслан" userId="31c09606bce21947" providerId="Windows Live" clId="Web-{2D7CDE39-CB82-49B2-9507-F6D4C06532A9}" dt="2023-05-02T16:59:17.757" v="354"/>
          <ac:picMkLst>
            <pc:docMk/>
            <pc:sldMk cId="2956882626" sldId="263"/>
            <ac:picMk id="12" creationId="{C7971DED-56A9-504B-E0A7-C3ED87023FAB}"/>
          </ac:picMkLst>
        </pc:picChg>
      </pc:sldChg>
      <pc:sldChg chg="addSp delSp modSp new mod setBg addAnim delAnim modAnim">
        <pc:chgData name="Исламов Руслан" userId="31c09606bce21947" providerId="Windows Live" clId="Web-{2D7CDE39-CB82-49B2-9507-F6D4C06532A9}" dt="2023-05-02T17:05:02.844" v="389"/>
        <pc:sldMkLst>
          <pc:docMk/>
          <pc:sldMk cId="4225784120" sldId="264"/>
        </pc:sldMkLst>
        <pc:spChg chg="mod ord">
          <ac:chgData name="Исламов Руслан" userId="31c09606bce21947" providerId="Windows Live" clId="Web-{2D7CDE39-CB82-49B2-9507-F6D4C06532A9}" dt="2023-05-02T17:04:38.092" v="387"/>
          <ac:spMkLst>
            <pc:docMk/>
            <pc:sldMk cId="4225784120" sldId="264"/>
            <ac:spMk id="2" creationId="{BF3C70B4-56FE-8195-1B18-7B23576AAEBE}"/>
          </ac:spMkLst>
        </pc:spChg>
        <pc:spChg chg="del">
          <ac:chgData name="Исламов Руслан" userId="31c09606bce21947" providerId="Windows Live" clId="Web-{2D7CDE39-CB82-49B2-9507-F6D4C06532A9}" dt="2023-05-02T17:00:31.184" v="365"/>
          <ac:spMkLst>
            <pc:docMk/>
            <pc:sldMk cId="4225784120" sldId="264"/>
            <ac:spMk id="3" creationId="{EBFD7A07-C8AD-895C-43F4-13BAA0A4E41C}"/>
          </ac:spMkLst>
        </pc:spChg>
        <pc:spChg chg="add del">
          <ac:chgData name="Исламов Руслан" userId="31c09606bce21947" providerId="Windows Live" clId="Web-{2D7CDE39-CB82-49B2-9507-F6D4C06532A9}" dt="2023-05-02T17:01:33.782" v="372"/>
          <ac:spMkLst>
            <pc:docMk/>
            <pc:sldMk cId="4225784120" sldId="264"/>
            <ac:spMk id="7" creationId="{A4798C7F-C8CA-4799-BF37-3AB4642CDB66}"/>
          </ac:spMkLst>
        </pc:spChg>
        <pc:spChg chg="add del">
          <ac:chgData name="Исламов Руслан" userId="31c09606bce21947" providerId="Windows Live" clId="Web-{2D7CDE39-CB82-49B2-9507-F6D4C06532A9}" dt="2023-05-02T17:01:33.782" v="372"/>
          <ac:spMkLst>
            <pc:docMk/>
            <pc:sldMk cId="4225784120" sldId="264"/>
            <ac:spMk id="40" creationId="{216BB147-20D5-4D93-BDA5-1BC614D6A4B2}"/>
          </ac:spMkLst>
        </pc:spChg>
        <pc:spChg chg="add del">
          <ac:chgData name="Исламов Руслан" userId="31c09606bce21947" providerId="Windows Live" clId="Web-{2D7CDE39-CB82-49B2-9507-F6D4C06532A9}" dt="2023-05-02T17:01:33.782" v="372"/>
          <ac:spMkLst>
            <pc:docMk/>
            <pc:sldMk cId="4225784120" sldId="264"/>
            <ac:spMk id="42" creationId="{0A253F60-DE40-4508-A37A-61331DF1DD5D}"/>
          </ac:spMkLst>
        </pc:spChg>
        <pc:spChg chg="add del">
          <ac:chgData name="Исламов Руслан" userId="31c09606bce21947" providerId="Windows Live" clId="Web-{2D7CDE39-CB82-49B2-9507-F6D4C06532A9}" dt="2023-05-02T17:01:33.782" v="372"/>
          <ac:spMkLst>
            <pc:docMk/>
            <pc:sldMk cId="4225784120" sldId="264"/>
            <ac:spMk id="106" creationId="{BA6285CA-6AFA-4F27-AFB5-1B32CDE09B1A}"/>
          </ac:spMkLst>
        </pc:spChg>
        <pc:spChg chg="add del">
          <ac:chgData name="Исламов Руслан" userId="31c09606bce21947" providerId="Windows Live" clId="Web-{2D7CDE39-CB82-49B2-9507-F6D4C06532A9}" dt="2023-05-02T17:01:33.782" v="372"/>
          <ac:spMkLst>
            <pc:docMk/>
            <pc:sldMk cId="4225784120" sldId="264"/>
            <ac:spMk id="108" creationId="{7F7C084A-330C-4243-AD92-F98B226F06BC}"/>
          </ac:spMkLst>
        </pc:spChg>
        <pc:spChg chg="add del">
          <ac:chgData name="Исламов Руслан" userId="31c09606bce21947" providerId="Windows Live" clId="Web-{2D7CDE39-CB82-49B2-9507-F6D4C06532A9}" dt="2023-05-02T17:01:33.782" v="372"/>
          <ac:spMkLst>
            <pc:docMk/>
            <pc:sldMk cId="4225784120" sldId="264"/>
            <ac:spMk id="110" creationId="{1875321C-FB29-4535-A841-6DD514261BEF}"/>
          </ac:spMkLst>
        </pc:spChg>
        <pc:spChg chg="add del">
          <ac:chgData name="Исламов Руслан" userId="31c09606bce21947" providerId="Windows Live" clId="Web-{2D7CDE39-CB82-49B2-9507-F6D4C06532A9}" dt="2023-05-02T17:01:33.782" v="372"/>
          <ac:spMkLst>
            <pc:docMk/>
            <pc:sldMk cId="4225784120" sldId="264"/>
            <ac:spMk id="112" creationId="{7BCC6446-8462-4A63-9B6F-8F57EC40F648}"/>
          </ac:spMkLst>
        </pc:spChg>
        <pc:spChg chg="add del">
          <ac:chgData name="Исламов Руслан" userId="31c09606bce21947" providerId="Windows Live" clId="Web-{2D7CDE39-CB82-49B2-9507-F6D4C06532A9}" dt="2023-05-02T17:01:33.782" v="372"/>
          <ac:spMkLst>
            <pc:docMk/>
            <pc:sldMk cId="4225784120" sldId="264"/>
            <ac:spMk id="114" creationId="{963299C0-2D74-4F16-A73D-E70731449F77}"/>
          </ac:spMkLst>
        </pc:spChg>
        <pc:spChg chg="add del">
          <ac:chgData name="Исламов Руслан" userId="31c09606bce21947" providerId="Windows Live" clId="Web-{2D7CDE39-CB82-49B2-9507-F6D4C06532A9}" dt="2023-05-02T17:03:41.573" v="381"/>
          <ac:spMkLst>
            <pc:docMk/>
            <pc:sldMk cId="4225784120" sldId="264"/>
            <ac:spMk id="150" creationId="{A4798C7F-C8CA-4799-BF37-3AB4642CDB66}"/>
          </ac:spMkLst>
        </pc:spChg>
        <pc:spChg chg="add del">
          <ac:chgData name="Исламов Руслан" userId="31c09606bce21947" providerId="Windows Live" clId="Web-{2D7CDE39-CB82-49B2-9507-F6D4C06532A9}" dt="2023-05-02T17:03:41.573" v="381"/>
          <ac:spMkLst>
            <pc:docMk/>
            <pc:sldMk cId="4225784120" sldId="264"/>
            <ac:spMk id="183" creationId="{216BB147-20D5-4D93-BDA5-1BC614D6A4B2}"/>
          </ac:spMkLst>
        </pc:spChg>
        <pc:spChg chg="add del">
          <ac:chgData name="Исламов Руслан" userId="31c09606bce21947" providerId="Windows Live" clId="Web-{2D7CDE39-CB82-49B2-9507-F6D4C06532A9}" dt="2023-05-02T17:03:41.573" v="381"/>
          <ac:spMkLst>
            <pc:docMk/>
            <pc:sldMk cId="4225784120" sldId="264"/>
            <ac:spMk id="185" creationId="{0A253F60-DE40-4508-A37A-61331DF1DD5D}"/>
          </ac:spMkLst>
        </pc:spChg>
        <pc:spChg chg="add del">
          <ac:chgData name="Исламов Руслан" userId="31c09606bce21947" providerId="Windows Live" clId="Web-{2D7CDE39-CB82-49B2-9507-F6D4C06532A9}" dt="2023-05-02T17:03:41.573" v="381"/>
          <ac:spMkLst>
            <pc:docMk/>
            <pc:sldMk cId="4225784120" sldId="264"/>
            <ac:spMk id="187" creationId="{9A0D6220-3DFE-4182-9152-9135493A6BDA}"/>
          </ac:spMkLst>
        </pc:spChg>
        <pc:spChg chg="add del">
          <ac:chgData name="Исламов Руслан" userId="31c09606bce21947" providerId="Windows Live" clId="Web-{2D7CDE39-CB82-49B2-9507-F6D4C06532A9}" dt="2023-05-02T17:03:41.573" v="381"/>
          <ac:spMkLst>
            <pc:docMk/>
            <pc:sldMk cId="4225784120" sldId="264"/>
            <ac:spMk id="220" creationId="{BA6285CA-6AFA-4F27-AFB5-1B32CDE09B1A}"/>
          </ac:spMkLst>
        </pc:spChg>
        <pc:spChg chg="add del">
          <ac:chgData name="Исламов Руслан" userId="31c09606bce21947" providerId="Windows Live" clId="Web-{2D7CDE39-CB82-49B2-9507-F6D4C06532A9}" dt="2023-05-02T17:03:41.573" v="381"/>
          <ac:spMkLst>
            <pc:docMk/>
            <pc:sldMk cId="4225784120" sldId="264"/>
            <ac:spMk id="222" creationId="{AF152BFE-7BA8-4007-AD9C-F4DC95E437EE}"/>
          </ac:spMkLst>
        </pc:spChg>
        <pc:spChg chg="add del">
          <ac:chgData name="Исламов Руслан" userId="31c09606bce21947" providerId="Windows Live" clId="Web-{2D7CDE39-CB82-49B2-9507-F6D4C06532A9}" dt="2023-05-02T17:03:41.573" v="381"/>
          <ac:spMkLst>
            <pc:docMk/>
            <pc:sldMk cId="4225784120" sldId="264"/>
            <ac:spMk id="224" creationId="{26796024-DF17-4BB3-BF28-01E168A3C548}"/>
          </ac:spMkLst>
        </pc:spChg>
        <pc:spChg chg="add del">
          <ac:chgData name="Исламов Руслан" userId="31c09606bce21947" providerId="Windows Live" clId="Web-{2D7CDE39-CB82-49B2-9507-F6D4C06532A9}" dt="2023-05-02T17:03:41.573" v="381"/>
          <ac:spMkLst>
            <pc:docMk/>
            <pc:sldMk cId="4225784120" sldId="264"/>
            <ac:spMk id="226" creationId="{7BCC6446-8462-4A63-9B6F-8F57EC40F648}"/>
          </ac:spMkLst>
        </pc:spChg>
        <pc:spChg chg="add del">
          <ac:chgData name="Исламов Руслан" userId="31c09606bce21947" providerId="Windows Live" clId="Web-{2D7CDE39-CB82-49B2-9507-F6D4C06532A9}" dt="2023-05-02T17:03:09.680" v="378"/>
          <ac:spMkLst>
            <pc:docMk/>
            <pc:sldMk cId="4225784120" sldId="264"/>
            <ac:spMk id="262" creationId="{A4798C7F-C8CA-4799-BF37-3AB4642CDB66}"/>
          </ac:spMkLst>
        </pc:spChg>
        <pc:spChg chg="add del">
          <ac:chgData name="Исламов Руслан" userId="31c09606bce21947" providerId="Windows Live" clId="Web-{2D7CDE39-CB82-49B2-9507-F6D4C06532A9}" dt="2023-05-02T17:03:09.680" v="378"/>
          <ac:spMkLst>
            <pc:docMk/>
            <pc:sldMk cId="4225784120" sldId="264"/>
            <ac:spMk id="295" creationId="{216BB147-20D5-4D93-BDA5-1BC614D6A4B2}"/>
          </ac:spMkLst>
        </pc:spChg>
        <pc:spChg chg="add del">
          <ac:chgData name="Исламов Руслан" userId="31c09606bce21947" providerId="Windows Live" clId="Web-{2D7CDE39-CB82-49B2-9507-F6D4C06532A9}" dt="2023-05-02T17:03:09.680" v="378"/>
          <ac:spMkLst>
            <pc:docMk/>
            <pc:sldMk cId="4225784120" sldId="264"/>
            <ac:spMk id="297" creationId="{0A253F60-DE40-4508-A37A-61331DF1DD5D}"/>
          </ac:spMkLst>
        </pc:spChg>
        <pc:spChg chg="add del">
          <ac:chgData name="Исламов Руслан" userId="31c09606bce21947" providerId="Windows Live" clId="Web-{2D7CDE39-CB82-49B2-9507-F6D4C06532A9}" dt="2023-05-02T17:03:09.680" v="378"/>
          <ac:spMkLst>
            <pc:docMk/>
            <pc:sldMk cId="4225784120" sldId="264"/>
            <ac:spMk id="299" creationId="{9A0D6220-3DFE-4182-9152-9135493A6BDA}"/>
          </ac:spMkLst>
        </pc:spChg>
        <pc:spChg chg="add del">
          <ac:chgData name="Исламов Руслан" userId="31c09606bce21947" providerId="Windows Live" clId="Web-{2D7CDE39-CB82-49B2-9507-F6D4C06532A9}" dt="2023-05-02T17:03:09.680" v="378"/>
          <ac:spMkLst>
            <pc:docMk/>
            <pc:sldMk cId="4225784120" sldId="264"/>
            <ac:spMk id="332" creationId="{BA6285CA-6AFA-4F27-AFB5-1B32CDE09B1A}"/>
          </ac:spMkLst>
        </pc:spChg>
        <pc:spChg chg="add del">
          <ac:chgData name="Исламов Руслан" userId="31c09606bce21947" providerId="Windows Live" clId="Web-{2D7CDE39-CB82-49B2-9507-F6D4C06532A9}" dt="2023-05-02T17:03:09.680" v="378"/>
          <ac:spMkLst>
            <pc:docMk/>
            <pc:sldMk cId="4225784120" sldId="264"/>
            <ac:spMk id="334" creationId="{AF152BFE-7BA8-4007-AD9C-F4DC95E437EE}"/>
          </ac:spMkLst>
        </pc:spChg>
        <pc:spChg chg="add del">
          <ac:chgData name="Исламов Руслан" userId="31c09606bce21947" providerId="Windows Live" clId="Web-{2D7CDE39-CB82-49B2-9507-F6D4C06532A9}" dt="2023-05-02T17:03:09.680" v="378"/>
          <ac:spMkLst>
            <pc:docMk/>
            <pc:sldMk cId="4225784120" sldId="264"/>
            <ac:spMk id="336" creationId="{26796024-DF17-4BB3-BF28-01E168A3C548}"/>
          </ac:spMkLst>
        </pc:spChg>
        <pc:spChg chg="add del">
          <ac:chgData name="Исламов Руслан" userId="31c09606bce21947" providerId="Windows Live" clId="Web-{2D7CDE39-CB82-49B2-9507-F6D4C06532A9}" dt="2023-05-02T17:03:09.680" v="378"/>
          <ac:spMkLst>
            <pc:docMk/>
            <pc:sldMk cId="4225784120" sldId="264"/>
            <ac:spMk id="338" creationId="{7BCC6446-8462-4A63-9B6F-8F57EC40F648}"/>
          </ac:spMkLst>
        </pc:spChg>
        <pc:spChg chg="add del">
          <ac:chgData name="Исламов Руслан" userId="31c09606bce21947" providerId="Windows Live" clId="Web-{2D7CDE39-CB82-49B2-9507-F6D4C06532A9}" dt="2023-05-02T17:03:41.526" v="380"/>
          <ac:spMkLst>
            <pc:docMk/>
            <pc:sldMk cId="4225784120" sldId="264"/>
            <ac:spMk id="371" creationId="{A4798C7F-C8CA-4799-BF37-3AB4642CDB66}"/>
          </ac:spMkLst>
        </pc:spChg>
        <pc:spChg chg="add del">
          <ac:chgData name="Исламов Руслан" userId="31c09606bce21947" providerId="Windows Live" clId="Web-{2D7CDE39-CB82-49B2-9507-F6D4C06532A9}" dt="2023-05-02T17:03:41.526" v="380"/>
          <ac:spMkLst>
            <pc:docMk/>
            <pc:sldMk cId="4225784120" sldId="264"/>
            <ac:spMk id="373" creationId="{216BB147-20D5-4D93-BDA5-1BC614D6A4B2}"/>
          </ac:spMkLst>
        </pc:spChg>
        <pc:spChg chg="add del">
          <ac:chgData name="Исламов Руслан" userId="31c09606bce21947" providerId="Windows Live" clId="Web-{2D7CDE39-CB82-49B2-9507-F6D4C06532A9}" dt="2023-05-02T17:03:41.526" v="380"/>
          <ac:spMkLst>
            <pc:docMk/>
            <pc:sldMk cId="4225784120" sldId="264"/>
            <ac:spMk id="374" creationId="{0A253F60-DE40-4508-A37A-61331DF1DD5D}"/>
          </ac:spMkLst>
        </pc:spChg>
        <pc:spChg chg="add del">
          <ac:chgData name="Исламов Руслан" userId="31c09606bce21947" providerId="Windows Live" clId="Web-{2D7CDE39-CB82-49B2-9507-F6D4C06532A9}" dt="2023-05-02T17:03:41.526" v="380"/>
          <ac:spMkLst>
            <pc:docMk/>
            <pc:sldMk cId="4225784120" sldId="264"/>
            <ac:spMk id="375" creationId="{9A0D6220-3DFE-4182-9152-9135493A6BDA}"/>
          </ac:spMkLst>
        </pc:spChg>
        <pc:spChg chg="add del">
          <ac:chgData name="Исламов Руслан" userId="31c09606bce21947" providerId="Windows Live" clId="Web-{2D7CDE39-CB82-49B2-9507-F6D4C06532A9}" dt="2023-05-02T17:03:41.526" v="380"/>
          <ac:spMkLst>
            <pc:docMk/>
            <pc:sldMk cId="4225784120" sldId="264"/>
            <ac:spMk id="377" creationId="{A173122F-D466-4F08-90FA-0038F7AC214A}"/>
          </ac:spMkLst>
        </pc:spChg>
        <pc:spChg chg="add del">
          <ac:chgData name="Исламов Руслан" userId="31c09606bce21947" providerId="Windows Live" clId="Web-{2D7CDE39-CB82-49B2-9507-F6D4C06532A9}" dt="2023-05-02T17:03:41.526" v="380"/>
          <ac:spMkLst>
            <pc:docMk/>
            <pc:sldMk cId="4225784120" sldId="264"/>
            <ac:spMk id="378" creationId="{4A929113-1368-4B1B-9C6F-140F47CBF40E}"/>
          </ac:spMkLst>
        </pc:spChg>
        <pc:spChg chg="add del">
          <ac:chgData name="Исламов Руслан" userId="31c09606bce21947" providerId="Windows Live" clId="Web-{2D7CDE39-CB82-49B2-9507-F6D4C06532A9}" dt="2023-05-02T17:03:41.526" v="380"/>
          <ac:spMkLst>
            <pc:docMk/>
            <pc:sldMk cId="4225784120" sldId="264"/>
            <ac:spMk id="379" creationId="{C24346C5-B1C8-4C83-846B-122A3B4B2FEE}"/>
          </ac:spMkLst>
        </pc:spChg>
        <pc:spChg chg="add del">
          <ac:chgData name="Исламов Руслан" userId="31c09606bce21947" providerId="Windows Live" clId="Web-{2D7CDE39-CB82-49B2-9507-F6D4C06532A9}" dt="2023-05-02T17:04:38.092" v="387"/>
          <ac:spMkLst>
            <pc:docMk/>
            <pc:sldMk cId="4225784120" sldId="264"/>
            <ac:spMk id="383" creationId="{A4798C7F-C8CA-4799-BF37-3AB4642CDB66}"/>
          </ac:spMkLst>
        </pc:spChg>
        <pc:spChg chg="add del">
          <ac:chgData name="Исламов Руслан" userId="31c09606bce21947" providerId="Windows Live" clId="Web-{2D7CDE39-CB82-49B2-9507-F6D4C06532A9}" dt="2023-05-02T17:04:38.092" v="387"/>
          <ac:spMkLst>
            <pc:docMk/>
            <pc:sldMk cId="4225784120" sldId="264"/>
            <ac:spMk id="385" creationId="{216BB147-20D5-4D93-BDA5-1BC614D6A4B2}"/>
          </ac:spMkLst>
        </pc:spChg>
        <pc:spChg chg="add del">
          <ac:chgData name="Исламов Руслан" userId="31c09606bce21947" providerId="Windows Live" clId="Web-{2D7CDE39-CB82-49B2-9507-F6D4C06532A9}" dt="2023-05-02T17:04:38.092" v="387"/>
          <ac:spMkLst>
            <pc:docMk/>
            <pc:sldMk cId="4225784120" sldId="264"/>
            <ac:spMk id="386" creationId="{0A253F60-DE40-4508-A37A-61331DF1DD5D}"/>
          </ac:spMkLst>
        </pc:spChg>
        <pc:spChg chg="add del">
          <ac:chgData name="Исламов Руслан" userId="31c09606bce21947" providerId="Windows Live" clId="Web-{2D7CDE39-CB82-49B2-9507-F6D4C06532A9}" dt="2023-05-02T17:04:38.092" v="387"/>
          <ac:spMkLst>
            <pc:docMk/>
            <pc:sldMk cId="4225784120" sldId="264"/>
            <ac:spMk id="387" creationId="{9A0D6220-3DFE-4182-9152-9135493A6BDA}"/>
          </ac:spMkLst>
        </pc:spChg>
        <pc:spChg chg="add del">
          <ac:chgData name="Исламов Руслан" userId="31c09606bce21947" providerId="Windows Live" clId="Web-{2D7CDE39-CB82-49B2-9507-F6D4C06532A9}" dt="2023-05-02T17:04:38.092" v="387"/>
          <ac:spMkLst>
            <pc:docMk/>
            <pc:sldMk cId="4225784120" sldId="264"/>
            <ac:spMk id="389" creationId="{4E1EF4E8-5513-4BF5-BC41-04645281C672}"/>
          </ac:spMkLst>
        </pc:spChg>
        <pc:spChg chg="add del">
          <ac:chgData name="Исламов Руслан" userId="31c09606bce21947" providerId="Windows Live" clId="Web-{2D7CDE39-CB82-49B2-9507-F6D4C06532A9}" dt="2023-05-02T17:04:38.092" v="387"/>
          <ac:spMkLst>
            <pc:docMk/>
            <pc:sldMk cId="4225784120" sldId="264"/>
            <ac:spMk id="390" creationId="{00FA6579-9606-4A7A-8519-FBED9C6FAA91}"/>
          </ac:spMkLst>
        </pc:spChg>
        <pc:spChg chg="add">
          <ac:chgData name="Исламов Руслан" userId="31c09606bce21947" providerId="Windows Live" clId="Web-{2D7CDE39-CB82-49B2-9507-F6D4C06532A9}" dt="2023-05-02T17:04:38.092" v="387"/>
          <ac:spMkLst>
            <pc:docMk/>
            <pc:sldMk cId="4225784120" sldId="264"/>
            <ac:spMk id="398" creationId="{A4798C7F-C8CA-4799-BF37-3AB4642CDB66}"/>
          </ac:spMkLst>
        </pc:spChg>
        <pc:spChg chg="add">
          <ac:chgData name="Исламов Руслан" userId="31c09606bce21947" providerId="Windows Live" clId="Web-{2D7CDE39-CB82-49B2-9507-F6D4C06532A9}" dt="2023-05-02T17:04:38.092" v="387"/>
          <ac:spMkLst>
            <pc:docMk/>
            <pc:sldMk cId="4225784120" sldId="264"/>
            <ac:spMk id="431" creationId="{216BB147-20D5-4D93-BDA5-1BC614D6A4B2}"/>
          </ac:spMkLst>
        </pc:spChg>
        <pc:spChg chg="add">
          <ac:chgData name="Исламов Руслан" userId="31c09606bce21947" providerId="Windows Live" clId="Web-{2D7CDE39-CB82-49B2-9507-F6D4C06532A9}" dt="2023-05-02T17:04:38.092" v="387"/>
          <ac:spMkLst>
            <pc:docMk/>
            <pc:sldMk cId="4225784120" sldId="264"/>
            <ac:spMk id="433" creationId="{0A253F60-DE40-4508-A37A-61331DF1DD5D}"/>
          </ac:spMkLst>
        </pc:spChg>
        <pc:spChg chg="add">
          <ac:chgData name="Исламов Руслан" userId="31c09606bce21947" providerId="Windows Live" clId="Web-{2D7CDE39-CB82-49B2-9507-F6D4C06532A9}" dt="2023-05-02T17:04:38.092" v="387"/>
          <ac:spMkLst>
            <pc:docMk/>
            <pc:sldMk cId="4225784120" sldId="264"/>
            <ac:spMk id="435" creationId="{9A0D6220-3DFE-4182-9152-9135493A6BDA}"/>
          </ac:spMkLst>
        </pc:spChg>
        <pc:spChg chg="add">
          <ac:chgData name="Исламов Руслан" userId="31c09606bce21947" providerId="Windows Live" clId="Web-{2D7CDE39-CB82-49B2-9507-F6D4C06532A9}" dt="2023-05-02T17:04:38.092" v="387"/>
          <ac:spMkLst>
            <pc:docMk/>
            <pc:sldMk cId="4225784120" sldId="264"/>
            <ac:spMk id="468" creationId="{A173122F-D466-4F08-90FA-0038F7AC214A}"/>
          </ac:spMkLst>
        </pc:spChg>
        <pc:spChg chg="add">
          <ac:chgData name="Исламов Руслан" userId="31c09606bce21947" providerId="Windows Live" clId="Web-{2D7CDE39-CB82-49B2-9507-F6D4C06532A9}" dt="2023-05-02T17:04:38.092" v="387"/>
          <ac:spMkLst>
            <pc:docMk/>
            <pc:sldMk cId="4225784120" sldId="264"/>
            <ac:spMk id="470" creationId="{4A929113-1368-4B1B-9C6F-140F47CBF40E}"/>
          </ac:spMkLst>
        </pc:spChg>
        <pc:spChg chg="add">
          <ac:chgData name="Исламов Руслан" userId="31c09606bce21947" providerId="Windows Live" clId="Web-{2D7CDE39-CB82-49B2-9507-F6D4C06532A9}" dt="2023-05-02T17:04:38.092" v="387"/>
          <ac:spMkLst>
            <pc:docMk/>
            <pc:sldMk cId="4225784120" sldId="264"/>
            <ac:spMk id="472" creationId="{C24346C5-B1C8-4C83-846B-122A3B4B2FEE}"/>
          </ac:spMkLst>
        </pc:spChg>
        <pc:grpChg chg="add del">
          <ac:chgData name="Исламов Руслан" userId="31c09606bce21947" providerId="Windows Live" clId="Web-{2D7CDE39-CB82-49B2-9507-F6D4C06532A9}" dt="2023-05-02T17:01:33.782" v="372"/>
          <ac:grpSpMkLst>
            <pc:docMk/>
            <pc:sldMk cId="4225784120" sldId="264"/>
            <ac:grpSpMk id="9" creationId="{87F0794B-55D3-4D2D-BDE7-4688ED321E42}"/>
          </ac:grpSpMkLst>
        </pc:grpChg>
        <pc:grpChg chg="add del">
          <ac:chgData name="Исламов Руслан" userId="31c09606bce21947" providerId="Windows Live" clId="Web-{2D7CDE39-CB82-49B2-9507-F6D4C06532A9}" dt="2023-05-02T17:01:33.782" v="372"/>
          <ac:grpSpMkLst>
            <pc:docMk/>
            <pc:sldMk cId="4225784120" sldId="264"/>
            <ac:grpSpMk id="44" creationId="{CFB42397-759B-4110-90F9-11A099A04F18}"/>
          </ac:grpSpMkLst>
        </pc:grpChg>
        <pc:grpChg chg="add del">
          <ac:chgData name="Исламов Руслан" userId="31c09606bce21947" providerId="Windows Live" clId="Web-{2D7CDE39-CB82-49B2-9507-F6D4C06532A9}" dt="2023-05-02T17:01:33.782" v="372"/>
          <ac:grpSpMkLst>
            <pc:docMk/>
            <pc:sldMk cId="4225784120" sldId="264"/>
            <ac:grpSpMk id="75" creationId="{9A50F0F9-04C8-47E4-AF66-B3CAF8C81917}"/>
          </ac:grpSpMkLst>
        </pc:grpChg>
        <pc:grpChg chg="add del">
          <ac:chgData name="Исламов Руслан" userId="31c09606bce21947" providerId="Windows Live" clId="Web-{2D7CDE39-CB82-49B2-9507-F6D4C06532A9}" dt="2023-05-02T17:01:33.782" v="372"/>
          <ac:grpSpMkLst>
            <pc:docMk/>
            <pc:sldMk cId="4225784120" sldId="264"/>
            <ac:grpSpMk id="116" creationId="{8118ECEF-CA6A-4CB6-BCA5-59B2DB40C4AB}"/>
          </ac:grpSpMkLst>
        </pc:grpChg>
        <pc:grpChg chg="add del">
          <ac:chgData name="Исламов Руслан" userId="31c09606bce21947" providerId="Windows Live" clId="Web-{2D7CDE39-CB82-49B2-9507-F6D4C06532A9}" dt="2023-05-02T17:03:41.573" v="381"/>
          <ac:grpSpMkLst>
            <pc:docMk/>
            <pc:sldMk cId="4225784120" sldId="264"/>
            <ac:grpSpMk id="152" creationId="{87F0794B-55D3-4D2D-BDE7-4688ED321E42}"/>
          </ac:grpSpMkLst>
        </pc:grpChg>
        <pc:grpChg chg="add del">
          <ac:chgData name="Исламов Руслан" userId="31c09606bce21947" providerId="Windows Live" clId="Web-{2D7CDE39-CB82-49B2-9507-F6D4C06532A9}" dt="2023-05-02T17:03:41.573" v="381"/>
          <ac:grpSpMkLst>
            <pc:docMk/>
            <pc:sldMk cId="4225784120" sldId="264"/>
            <ac:grpSpMk id="189" creationId="{44C729BC-90F1-4823-A305-F6F124E93A95}"/>
          </ac:grpSpMkLst>
        </pc:grpChg>
        <pc:grpChg chg="add del">
          <ac:chgData name="Исламов Руслан" userId="31c09606bce21947" providerId="Windows Live" clId="Web-{2D7CDE39-CB82-49B2-9507-F6D4C06532A9}" dt="2023-05-02T17:03:41.573" v="381"/>
          <ac:grpSpMkLst>
            <pc:docMk/>
            <pc:sldMk cId="4225784120" sldId="264"/>
            <ac:grpSpMk id="228" creationId="{8118ECEF-CA6A-4CB6-BCA5-59B2DB40C4AB}"/>
          </ac:grpSpMkLst>
        </pc:grpChg>
        <pc:grpChg chg="add del">
          <ac:chgData name="Исламов Руслан" userId="31c09606bce21947" providerId="Windows Live" clId="Web-{2D7CDE39-CB82-49B2-9507-F6D4C06532A9}" dt="2023-05-02T17:03:09.680" v="378"/>
          <ac:grpSpMkLst>
            <pc:docMk/>
            <pc:sldMk cId="4225784120" sldId="264"/>
            <ac:grpSpMk id="264" creationId="{87F0794B-55D3-4D2D-BDE7-4688ED321E42}"/>
          </ac:grpSpMkLst>
        </pc:grpChg>
        <pc:grpChg chg="add del">
          <ac:chgData name="Исламов Руслан" userId="31c09606bce21947" providerId="Windows Live" clId="Web-{2D7CDE39-CB82-49B2-9507-F6D4C06532A9}" dt="2023-05-02T17:03:09.680" v="378"/>
          <ac:grpSpMkLst>
            <pc:docMk/>
            <pc:sldMk cId="4225784120" sldId="264"/>
            <ac:grpSpMk id="301" creationId="{44C729BC-90F1-4823-A305-F6F124E93A95}"/>
          </ac:grpSpMkLst>
        </pc:grpChg>
        <pc:grpChg chg="add del">
          <ac:chgData name="Исламов Руслан" userId="31c09606bce21947" providerId="Windows Live" clId="Web-{2D7CDE39-CB82-49B2-9507-F6D4C06532A9}" dt="2023-05-02T17:03:09.680" v="378"/>
          <ac:grpSpMkLst>
            <pc:docMk/>
            <pc:sldMk cId="4225784120" sldId="264"/>
            <ac:grpSpMk id="340" creationId="{8118ECEF-CA6A-4CB6-BCA5-59B2DB40C4AB}"/>
          </ac:grpSpMkLst>
        </pc:grpChg>
        <pc:grpChg chg="add del">
          <ac:chgData name="Исламов Руслан" userId="31c09606bce21947" providerId="Windows Live" clId="Web-{2D7CDE39-CB82-49B2-9507-F6D4C06532A9}" dt="2023-05-02T17:03:41.526" v="380"/>
          <ac:grpSpMkLst>
            <pc:docMk/>
            <pc:sldMk cId="4225784120" sldId="264"/>
            <ac:grpSpMk id="372" creationId="{87F0794B-55D3-4D2D-BDE7-4688ED321E42}"/>
          </ac:grpSpMkLst>
        </pc:grpChg>
        <pc:grpChg chg="add del">
          <ac:chgData name="Исламов Руслан" userId="31c09606bce21947" providerId="Windows Live" clId="Web-{2D7CDE39-CB82-49B2-9507-F6D4C06532A9}" dt="2023-05-02T17:03:41.526" v="380"/>
          <ac:grpSpMkLst>
            <pc:docMk/>
            <pc:sldMk cId="4225784120" sldId="264"/>
            <ac:grpSpMk id="376" creationId="{44C729BC-90F1-4823-A305-F6F124E93A95}"/>
          </ac:grpSpMkLst>
        </pc:grpChg>
        <pc:grpChg chg="add del">
          <ac:chgData name="Исламов Руслан" userId="31c09606bce21947" providerId="Windows Live" clId="Web-{2D7CDE39-CB82-49B2-9507-F6D4C06532A9}" dt="2023-05-02T17:03:41.526" v="380"/>
          <ac:grpSpMkLst>
            <pc:docMk/>
            <pc:sldMk cId="4225784120" sldId="264"/>
            <ac:grpSpMk id="380" creationId="{90F28F7A-4F2F-4C1B-AF1C-A6E7C79532B5}"/>
          </ac:grpSpMkLst>
        </pc:grpChg>
        <pc:grpChg chg="add del">
          <ac:chgData name="Исламов Руслан" userId="31c09606bce21947" providerId="Windows Live" clId="Web-{2D7CDE39-CB82-49B2-9507-F6D4C06532A9}" dt="2023-05-02T17:04:38.092" v="387"/>
          <ac:grpSpMkLst>
            <pc:docMk/>
            <pc:sldMk cId="4225784120" sldId="264"/>
            <ac:grpSpMk id="384" creationId="{87F0794B-55D3-4D2D-BDE7-4688ED321E42}"/>
          </ac:grpSpMkLst>
        </pc:grpChg>
        <pc:grpChg chg="add del">
          <ac:chgData name="Исламов Руслан" userId="31c09606bce21947" providerId="Windows Live" clId="Web-{2D7CDE39-CB82-49B2-9507-F6D4C06532A9}" dt="2023-05-02T17:04:38.092" v="387"/>
          <ac:grpSpMkLst>
            <pc:docMk/>
            <pc:sldMk cId="4225784120" sldId="264"/>
            <ac:grpSpMk id="388" creationId="{44C729BC-90F1-4823-A305-F6F124E93A95}"/>
          </ac:grpSpMkLst>
        </pc:grpChg>
        <pc:grpChg chg="add del">
          <ac:chgData name="Исламов Руслан" userId="31c09606bce21947" providerId="Windows Live" clId="Web-{2D7CDE39-CB82-49B2-9507-F6D4C06532A9}" dt="2023-05-02T17:04:38.092" v="387"/>
          <ac:grpSpMkLst>
            <pc:docMk/>
            <pc:sldMk cId="4225784120" sldId="264"/>
            <ac:grpSpMk id="391" creationId="{4F51498E-5380-477C-8B78-EA68AEC6F6CF}"/>
          </ac:grpSpMkLst>
        </pc:grpChg>
        <pc:grpChg chg="add">
          <ac:chgData name="Исламов Руслан" userId="31c09606bce21947" providerId="Windows Live" clId="Web-{2D7CDE39-CB82-49B2-9507-F6D4C06532A9}" dt="2023-05-02T17:04:38.092" v="387"/>
          <ac:grpSpMkLst>
            <pc:docMk/>
            <pc:sldMk cId="4225784120" sldId="264"/>
            <ac:grpSpMk id="400" creationId="{87F0794B-55D3-4D2D-BDE7-4688ED321E42}"/>
          </ac:grpSpMkLst>
        </pc:grpChg>
        <pc:grpChg chg="add">
          <ac:chgData name="Исламов Руслан" userId="31c09606bce21947" providerId="Windows Live" clId="Web-{2D7CDE39-CB82-49B2-9507-F6D4C06532A9}" dt="2023-05-02T17:04:38.092" v="387"/>
          <ac:grpSpMkLst>
            <pc:docMk/>
            <pc:sldMk cId="4225784120" sldId="264"/>
            <ac:grpSpMk id="437" creationId="{44C729BC-90F1-4823-A305-F6F124E93A95}"/>
          </ac:grpSpMkLst>
        </pc:grpChg>
        <pc:grpChg chg="add">
          <ac:chgData name="Исламов Руслан" userId="31c09606bce21947" providerId="Windows Live" clId="Web-{2D7CDE39-CB82-49B2-9507-F6D4C06532A9}" dt="2023-05-02T17:04:38.092" v="387"/>
          <ac:grpSpMkLst>
            <pc:docMk/>
            <pc:sldMk cId="4225784120" sldId="264"/>
            <ac:grpSpMk id="474" creationId="{90F28F7A-4F2F-4C1B-AF1C-A6E7C79532B5}"/>
          </ac:grpSpMkLst>
        </pc:grpChg>
        <pc:picChg chg="add del mod">
          <ac:chgData name="Исламов Руслан" userId="31c09606bce21947" providerId="Windows Live" clId="Web-{2D7CDE39-CB82-49B2-9507-F6D4C06532A9}" dt="2023-05-02T17:00:56.123" v="369"/>
          <ac:picMkLst>
            <pc:docMk/>
            <pc:sldMk cId="4225784120" sldId="264"/>
            <ac:picMk id="4" creationId="{CEE906FD-60BE-ADEF-31E1-84047602CF2A}"/>
          </ac:picMkLst>
        </pc:picChg>
        <pc:picChg chg="add del mod">
          <ac:chgData name="Исламов Руслан" userId="31c09606bce21947" providerId="Windows Live" clId="Web-{2D7CDE39-CB82-49B2-9507-F6D4C06532A9}" dt="2023-05-02T17:02:05.113" v="375"/>
          <ac:picMkLst>
            <pc:docMk/>
            <pc:sldMk cId="4225784120" sldId="264"/>
            <ac:picMk id="5" creationId="{D390EF77-B332-33EA-8021-9A68AF32ABA6}"/>
          </ac:picMkLst>
        </pc:picChg>
        <pc:picChg chg="add mod ord">
          <ac:chgData name="Исламов Руслан" userId="31c09606bce21947" providerId="Windows Live" clId="Web-{2D7CDE39-CB82-49B2-9507-F6D4C06532A9}" dt="2023-05-02T17:04:38.092" v="387"/>
          <ac:picMkLst>
            <pc:docMk/>
            <pc:sldMk cId="4225784120" sldId="264"/>
            <ac:picMk id="6" creationId="{CF91D381-BD26-1431-0C77-244587F66F73}"/>
          </ac:picMkLst>
        </pc:picChg>
      </pc:sldChg>
      <pc:sldChg chg="addSp delSp modSp new mod setBg modClrScheme chgLayout">
        <pc:chgData name="Исламов Руслан" userId="31c09606bce21947" providerId="Windows Live" clId="Web-{2D7CDE39-CB82-49B2-9507-F6D4C06532A9}" dt="2023-05-02T17:43:36.317" v="412"/>
        <pc:sldMkLst>
          <pc:docMk/>
          <pc:sldMk cId="3148367357" sldId="265"/>
        </pc:sldMkLst>
        <pc:spChg chg="mod ord">
          <ac:chgData name="Исламов Руслан" userId="31c09606bce21947" providerId="Windows Live" clId="Web-{2D7CDE39-CB82-49B2-9507-F6D4C06532A9}" dt="2023-05-02T17:43:29.442" v="411"/>
          <ac:spMkLst>
            <pc:docMk/>
            <pc:sldMk cId="3148367357" sldId="265"/>
            <ac:spMk id="2" creationId="{BA13DB36-1F59-03BE-C596-9F23D4F3AF51}"/>
          </ac:spMkLst>
        </pc:spChg>
        <pc:spChg chg="del mod ord">
          <ac:chgData name="Исламов Руслан" userId="31c09606bce21947" providerId="Windows Live" clId="Web-{2D7CDE39-CB82-49B2-9507-F6D4C06532A9}" dt="2023-05-02T17:25:25.904" v="405"/>
          <ac:spMkLst>
            <pc:docMk/>
            <pc:sldMk cId="3148367357" sldId="265"/>
            <ac:spMk id="3" creationId="{70D32397-3522-D4F0-2A59-90CEF09DE6D5}"/>
          </ac:spMkLst>
        </pc:spChg>
        <pc:spChg chg="add del mod ord">
          <ac:chgData name="Исламов Руслан" userId="31c09606bce21947" providerId="Windows Live" clId="Web-{2D7CDE39-CB82-49B2-9507-F6D4C06532A9}" dt="2023-05-02T17:43:36.317" v="412"/>
          <ac:spMkLst>
            <pc:docMk/>
            <pc:sldMk cId="3148367357" sldId="265"/>
            <ac:spMk id="4" creationId="{805DA304-E7B3-586B-393B-4AFAF609C8F8}"/>
          </ac:spMkLst>
        </pc:spChg>
        <pc:spChg chg="add del mod ord">
          <ac:chgData name="Исламов Руслан" userId="31c09606bce21947" providerId="Windows Live" clId="Web-{2D7CDE39-CB82-49B2-9507-F6D4C06532A9}" dt="2023-05-02T17:25:25.904" v="405"/>
          <ac:spMkLst>
            <pc:docMk/>
            <pc:sldMk cId="3148367357" sldId="265"/>
            <ac:spMk id="5" creationId="{3B097AA2-6BF7-5E05-8963-82233F6830BC}"/>
          </ac:spMkLst>
        </pc:spChg>
        <pc:spChg chg="add del mod ord">
          <ac:chgData name="Исламов Руслан" userId="31c09606bce21947" providerId="Windows Live" clId="Web-{2D7CDE39-CB82-49B2-9507-F6D4C06532A9}" dt="2023-05-02T17:25:25.904" v="405"/>
          <ac:spMkLst>
            <pc:docMk/>
            <pc:sldMk cId="3148367357" sldId="265"/>
            <ac:spMk id="6" creationId="{870AE07F-9378-9B04-61BD-30C98869FB13}"/>
          </ac:spMkLst>
        </pc:spChg>
        <pc:spChg chg="add">
          <ac:chgData name="Исламов Руслан" userId="31c09606bce21947" providerId="Windows Live" clId="Web-{2D7CDE39-CB82-49B2-9507-F6D4C06532A9}" dt="2023-05-02T17:43:29.442" v="411"/>
          <ac:spMkLst>
            <pc:docMk/>
            <pc:sldMk cId="3148367357" sldId="265"/>
            <ac:spMk id="14" creationId="{BA6285CA-6AFA-4F27-AFB5-1B32CDE09B1A}"/>
          </ac:spMkLst>
        </pc:spChg>
        <pc:spChg chg="add">
          <ac:chgData name="Исламов Руслан" userId="31c09606bce21947" providerId="Windows Live" clId="Web-{2D7CDE39-CB82-49B2-9507-F6D4C06532A9}" dt="2023-05-02T17:43:29.442" v="411"/>
          <ac:spMkLst>
            <pc:docMk/>
            <pc:sldMk cId="3148367357" sldId="265"/>
            <ac:spMk id="16" creationId="{F8DD0EAF-BF73-48D8-A426-3085C4B88FAA}"/>
          </ac:spMkLst>
        </pc:spChg>
        <pc:spChg chg="add">
          <ac:chgData name="Исламов Руслан" userId="31c09606bce21947" providerId="Windows Live" clId="Web-{2D7CDE39-CB82-49B2-9507-F6D4C06532A9}" dt="2023-05-02T17:43:29.442" v="411"/>
          <ac:spMkLst>
            <pc:docMk/>
            <pc:sldMk cId="3148367357" sldId="265"/>
            <ac:spMk id="18" creationId="{7BCC6446-8462-4A63-9B6F-8F57EC40F648}"/>
          </ac:spMkLst>
        </pc:spChg>
        <pc:grpChg chg="add">
          <ac:chgData name="Исламов Руслан" userId="31c09606bce21947" providerId="Windows Live" clId="Web-{2D7CDE39-CB82-49B2-9507-F6D4C06532A9}" dt="2023-05-02T17:43:29.442" v="411"/>
          <ac:grpSpMkLst>
            <pc:docMk/>
            <pc:sldMk cId="3148367357" sldId="265"/>
            <ac:grpSpMk id="20" creationId="{8118ECEF-CA6A-4CB6-BCA5-59B2DB40C4AB}"/>
          </ac:grpSpMkLst>
        </pc:grpChg>
        <pc:picChg chg="add del mod">
          <ac:chgData name="Исламов Руслан" userId="31c09606bce21947" providerId="Windows Live" clId="Web-{2D7CDE39-CB82-49B2-9507-F6D4C06532A9}" dt="2023-05-02T17:41:06.499" v="407"/>
          <ac:picMkLst>
            <pc:docMk/>
            <pc:sldMk cId="3148367357" sldId="265"/>
            <ac:picMk id="7" creationId="{DE1A768D-9DC4-DBD8-4CFF-5BA446AD3ECF}"/>
          </ac:picMkLst>
        </pc:picChg>
        <pc:picChg chg="add del mod">
          <ac:chgData name="Исламов Руслан" userId="31c09606bce21947" providerId="Windows Live" clId="Web-{2D7CDE39-CB82-49B2-9507-F6D4C06532A9}" dt="2023-05-02T17:43:03.425" v="409"/>
          <ac:picMkLst>
            <pc:docMk/>
            <pc:sldMk cId="3148367357" sldId="265"/>
            <ac:picMk id="8" creationId="{DF245CC0-D707-777A-7C31-7505604BBB38}"/>
          </ac:picMkLst>
        </pc:picChg>
        <pc:picChg chg="add mod">
          <ac:chgData name="Исламов Руслан" userId="31c09606bce21947" providerId="Windows Live" clId="Web-{2D7CDE39-CB82-49B2-9507-F6D4C06532A9}" dt="2023-05-02T17:43:29.442" v="411"/>
          <ac:picMkLst>
            <pc:docMk/>
            <pc:sldMk cId="3148367357" sldId="265"/>
            <ac:picMk id="9" creationId="{B4FD2876-FBB5-8AD7-029B-AA1371074254}"/>
          </ac:picMkLst>
        </pc:picChg>
      </pc:sldChg>
      <pc:sldChg chg="addSp modSp new mod modClrScheme chgLayout">
        <pc:chgData name="Исламов Руслан" userId="31c09606bce21947" providerId="Windows Live" clId="Web-{2D7CDE39-CB82-49B2-9507-F6D4C06532A9}" dt="2023-05-02T17:51:10.145" v="583" actId="1076"/>
        <pc:sldMkLst>
          <pc:docMk/>
          <pc:sldMk cId="408449171" sldId="266"/>
        </pc:sldMkLst>
        <pc:spChg chg="mod ord">
          <ac:chgData name="Исламов Руслан" userId="31c09606bce21947" providerId="Windows Live" clId="Web-{2D7CDE39-CB82-49B2-9507-F6D4C06532A9}" dt="2023-05-02T17:44:05.568" v="423" actId="20577"/>
          <ac:spMkLst>
            <pc:docMk/>
            <pc:sldMk cId="408449171" sldId="266"/>
            <ac:spMk id="2" creationId="{F9E783A3-63CB-2A59-09E8-63A53E0BAEF2}"/>
          </ac:spMkLst>
        </pc:spChg>
        <pc:spChg chg="mod ord">
          <ac:chgData name="Исламов Руслан" userId="31c09606bce21947" providerId="Windows Live" clId="Web-{2D7CDE39-CB82-49B2-9507-F6D4C06532A9}" dt="2023-05-02T17:50:48.441" v="578" actId="14100"/>
          <ac:spMkLst>
            <pc:docMk/>
            <pc:sldMk cId="408449171" sldId="266"/>
            <ac:spMk id="3" creationId="{127CFA5A-AA94-E84B-26F6-A6C0720A187D}"/>
          </ac:spMkLst>
        </pc:spChg>
        <pc:spChg chg="add mod ord">
          <ac:chgData name="Исламов Руслан" userId="31c09606bce21947" providerId="Windows Live" clId="Web-{2D7CDE39-CB82-49B2-9507-F6D4C06532A9}" dt="2023-05-02T17:50:43.441" v="577" actId="1076"/>
          <ac:spMkLst>
            <pc:docMk/>
            <pc:sldMk cId="408449171" sldId="266"/>
            <ac:spMk id="4" creationId="{8670B523-1271-F44A-BE64-70255DF0E13B}"/>
          </ac:spMkLst>
        </pc:spChg>
        <pc:spChg chg="add mod ord">
          <ac:chgData name="Исламов Руслан" userId="31c09606bce21947" providerId="Windows Live" clId="Web-{2D7CDE39-CB82-49B2-9507-F6D4C06532A9}" dt="2023-05-02T17:48:48.922" v="542" actId="1076"/>
          <ac:spMkLst>
            <pc:docMk/>
            <pc:sldMk cId="408449171" sldId="266"/>
            <ac:spMk id="5" creationId="{C8F06D4E-62F7-EAE2-D606-52E6ED558E85}"/>
          </ac:spMkLst>
        </pc:spChg>
        <pc:spChg chg="add mod ord">
          <ac:chgData name="Исламов Руслан" userId="31c09606bce21947" providerId="Windows Live" clId="Web-{2D7CDE39-CB82-49B2-9507-F6D4C06532A9}" dt="2023-05-02T17:51:02.520" v="581" actId="14100"/>
          <ac:spMkLst>
            <pc:docMk/>
            <pc:sldMk cId="408449171" sldId="266"/>
            <ac:spMk id="6" creationId="{F1E42B93-02CF-D9E8-5B09-4F7B5AFAA598}"/>
          </ac:spMkLst>
        </pc:spChg>
        <pc:spChg chg="add mod">
          <ac:chgData name="Исламов Руслан" userId="31c09606bce21947" providerId="Windows Live" clId="Web-{2D7CDE39-CB82-49B2-9507-F6D4C06532A9}" dt="2023-05-02T17:51:10.145" v="583" actId="1076"/>
          <ac:spMkLst>
            <pc:docMk/>
            <pc:sldMk cId="408449171" sldId="266"/>
            <ac:spMk id="8" creationId="{668A7903-9496-DC6D-59E6-DC47098F6F94}"/>
          </ac:spMkLst>
        </pc:spChg>
        <pc:spChg chg="add mod">
          <ac:chgData name="Исламов Руслан" userId="31c09606bce21947" providerId="Windows Live" clId="Web-{2D7CDE39-CB82-49B2-9507-F6D4C06532A9}" dt="2023-05-02T17:50:53.879" v="579" actId="1076"/>
          <ac:spMkLst>
            <pc:docMk/>
            <pc:sldMk cId="408449171" sldId="266"/>
            <ac:spMk id="10" creationId="{5B612797-7156-2F8D-9B55-087810248302}"/>
          </ac:spMkLst>
        </pc:spChg>
      </pc:sldChg>
      <pc:sldChg chg="modSp new del">
        <pc:chgData name="Исламов Руслан" userId="31c09606bce21947" providerId="Windows Live" clId="Web-{2D7CDE39-CB82-49B2-9507-F6D4C06532A9}" dt="2023-05-02T18:01:09.901" v="738"/>
        <pc:sldMkLst>
          <pc:docMk/>
          <pc:sldMk cId="3550848652" sldId="267"/>
        </pc:sldMkLst>
        <pc:spChg chg="mod">
          <ac:chgData name="Исламов Руслан" userId="31c09606bce21947" providerId="Windows Live" clId="Web-{2D7CDE39-CB82-49B2-9507-F6D4C06532A9}" dt="2023-05-02T17:52:37.039" v="599" actId="20577"/>
          <ac:spMkLst>
            <pc:docMk/>
            <pc:sldMk cId="3550848652" sldId="267"/>
            <ac:spMk id="2" creationId="{46D32A83-3C1E-69C2-21DA-9D917C5DDEDE}"/>
          </ac:spMkLst>
        </pc:spChg>
        <pc:spChg chg="mod">
          <ac:chgData name="Исламов Руслан" userId="31c09606bce21947" providerId="Windows Live" clId="Web-{2D7CDE39-CB82-49B2-9507-F6D4C06532A9}" dt="2023-05-02T17:52:45.180" v="604" actId="20577"/>
          <ac:spMkLst>
            <pc:docMk/>
            <pc:sldMk cId="3550848652" sldId="267"/>
            <ac:spMk id="3" creationId="{9A0A1EDF-4F77-17E4-4740-AE25B1F785F8}"/>
          </ac:spMkLst>
        </pc:spChg>
        <pc:spChg chg="mod">
          <ac:chgData name="Исламов Руслан" userId="31c09606bce21947" providerId="Windows Live" clId="Web-{2D7CDE39-CB82-49B2-9507-F6D4C06532A9}" dt="2023-05-02T17:59:25.819" v="705" actId="20577"/>
          <ac:spMkLst>
            <pc:docMk/>
            <pc:sldMk cId="3550848652" sldId="267"/>
            <ac:spMk id="4" creationId="{FD82BF7D-DCB1-D56A-BA11-C390D36F5DD9}"/>
          </ac:spMkLst>
        </pc:spChg>
        <pc:spChg chg="mod">
          <ac:chgData name="Исламов Руслан" userId="31c09606bce21947" providerId="Windows Live" clId="Web-{2D7CDE39-CB82-49B2-9507-F6D4C06532A9}" dt="2023-05-02T17:52:52.727" v="615" actId="20577"/>
          <ac:spMkLst>
            <pc:docMk/>
            <pc:sldMk cId="3550848652" sldId="267"/>
            <ac:spMk id="5" creationId="{5B24E47F-1D14-A07C-0C87-1AD357B903EA}"/>
          </ac:spMkLst>
        </pc:spChg>
        <pc:spChg chg="mod">
          <ac:chgData name="Исламов Руслан" userId="31c09606bce21947" providerId="Windows Live" clId="Web-{2D7CDE39-CB82-49B2-9507-F6D4C06532A9}" dt="2023-05-02T17:59:25.866" v="706" actId="20577"/>
          <ac:spMkLst>
            <pc:docMk/>
            <pc:sldMk cId="3550848652" sldId="267"/>
            <ac:spMk id="6" creationId="{FF783D7F-82AD-29F2-474F-8DDDA2FCFFF5}"/>
          </ac:spMkLst>
        </pc:spChg>
      </pc:sldChg>
      <pc:sldChg chg="addSp delSp modSp new mod setBg modClrScheme chgLayout">
        <pc:chgData name="Исламов Руслан" userId="31c09606bce21947" providerId="Windows Live" clId="Web-{2D7CDE39-CB82-49B2-9507-F6D4C06532A9}" dt="2023-05-02T21:40:19.714" v="1355" actId="20577"/>
        <pc:sldMkLst>
          <pc:docMk/>
          <pc:sldMk cId="2143045285" sldId="268"/>
        </pc:sldMkLst>
        <pc:spChg chg="del mod ord">
          <ac:chgData name="Исламов Руслан" userId="31c09606bce21947" providerId="Windows Live" clId="Web-{2D7CDE39-CB82-49B2-9507-F6D4C06532A9}" dt="2023-05-02T17:57:55.597" v="690"/>
          <ac:spMkLst>
            <pc:docMk/>
            <pc:sldMk cId="2143045285" sldId="268"/>
            <ac:spMk id="2" creationId="{E1B83EA6-7E7C-893E-76F6-E8A369627D67}"/>
          </ac:spMkLst>
        </pc:spChg>
        <pc:spChg chg="del mod ord">
          <ac:chgData name="Исламов Руслан" userId="31c09606bce21947" providerId="Windows Live" clId="Web-{2D7CDE39-CB82-49B2-9507-F6D4C06532A9}" dt="2023-05-02T17:57:55.597" v="689"/>
          <ac:spMkLst>
            <pc:docMk/>
            <pc:sldMk cId="2143045285" sldId="268"/>
            <ac:spMk id="3" creationId="{3F6C9E92-08E7-2212-AEAF-A0525951DFAA}"/>
          </ac:spMkLst>
        </pc:spChg>
        <pc:spChg chg="del">
          <ac:chgData name="Исламов Руслан" userId="31c09606bce21947" providerId="Windows Live" clId="Web-{2D7CDE39-CB82-49B2-9507-F6D4C06532A9}" dt="2023-05-02T17:57:16.877" v="687"/>
          <ac:spMkLst>
            <pc:docMk/>
            <pc:sldMk cId="2143045285" sldId="268"/>
            <ac:spMk id="4" creationId="{8E04D995-9F47-45D4-AD16-045B168959D3}"/>
          </ac:spMkLst>
        </pc:spChg>
        <pc:spChg chg="del">
          <ac:chgData name="Исламов Руслан" userId="31c09606bce21947" providerId="Windows Live" clId="Web-{2D7CDE39-CB82-49B2-9507-F6D4C06532A9}" dt="2023-05-02T17:57:16.877" v="687"/>
          <ac:spMkLst>
            <pc:docMk/>
            <pc:sldMk cId="2143045285" sldId="268"/>
            <ac:spMk id="5" creationId="{A283A2D9-1573-637A-5D0E-04100850A294}"/>
          </ac:spMkLst>
        </pc:spChg>
        <pc:spChg chg="del">
          <ac:chgData name="Исламов Руслан" userId="31c09606bce21947" providerId="Windows Live" clId="Web-{2D7CDE39-CB82-49B2-9507-F6D4C06532A9}" dt="2023-05-02T17:57:16.877" v="687"/>
          <ac:spMkLst>
            <pc:docMk/>
            <pc:sldMk cId="2143045285" sldId="268"/>
            <ac:spMk id="6" creationId="{9DAC61BD-52A6-F311-89FE-DB808FC9A669}"/>
          </ac:spMkLst>
        </pc:spChg>
        <pc:spChg chg="add">
          <ac:chgData name="Исламов Руслан" userId="31c09606bce21947" providerId="Windows Live" clId="Web-{2D7CDE39-CB82-49B2-9507-F6D4C06532A9}" dt="2023-05-02T17:57:27.940" v="688"/>
          <ac:spMkLst>
            <pc:docMk/>
            <pc:sldMk cId="2143045285" sldId="268"/>
            <ac:spMk id="8" creationId="{BA6285CA-6AFA-4F27-AFB5-1B32CDE09B1A}"/>
          </ac:spMkLst>
        </pc:spChg>
        <pc:spChg chg="add del mod">
          <ac:chgData name="Исламов Руслан" userId="31c09606bce21947" providerId="Windows Live" clId="Web-{2D7CDE39-CB82-49B2-9507-F6D4C06532A9}" dt="2023-05-02T17:59:46.148" v="711"/>
          <ac:spMkLst>
            <pc:docMk/>
            <pc:sldMk cId="2143045285" sldId="268"/>
            <ac:spMk id="9" creationId="{3344982A-0D6C-5A5B-6600-526684608A6E}"/>
          </ac:spMkLst>
        </pc:spChg>
        <pc:spChg chg="add">
          <ac:chgData name="Исламов Руслан" userId="31c09606bce21947" providerId="Windows Live" clId="Web-{2D7CDE39-CB82-49B2-9507-F6D4C06532A9}" dt="2023-05-02T17:57:27.940" v="688"/>
          <ac:spMkLst>
            <pc:docMk/>
            <pc:sldMk cId="2143045285" sldId="268"/>
            <ac:spMk id="10" creationId="{7F7C084A-330C-4243-AD92-F98B226F06BC}"/>
          </ac:spMkLst>
        </pc:spChg>
        <pc:spChg chg="add">
          <ac:chgData name="Исламов Руслан" userId="31c09606bce21947" providerId="Windows Live" clId="Web-{2D7CDE39-CB82-49B2-9507-F6D4C06532A9}" dt="2023-05-02T17:57:27.940" v="688"/>
          <ac:spMkLst>
            <pc:docMk/>
            <pc:sldMk cId="2143045285" sldId="268"/>
            <ac:spMk id="12" creationId="{7F19A9C0-8335-4ABB-91B6-396031712693}"/>
          </ac:spMkLst>
        </pc:spChg>
        <pc:spChg chg="add del mod">
          <ac:chgData name="Исламов Руслан" userId="31c09606bce21947" providerId="Windows Live" clId="Web-{2D7CDE39-CB82-49B2-9507-F6D4C06532A9}" dt="2023-05-02T17:59:46.148" v="710"/>
          <ac:spMkLst>
            <pc:docMk/>
            <pc:sldMk cId="2143045285" sldId="268"/>
            <ac:spMk id="13" creationId="{F914C360-2A5C-9318-EB79-D986A7F3277B}"/>
          </ac:spMkLst>
        </pc:spChg>
        <pc:spChg chg="add">
          <ac:chgData name="Исламов Руслан" userId="31c09606bce21947" providerId="Windows Live" clId="Web-{2D7CDE39-CB82-49B2-9507-F6D4C06532A9}" dt="2023-05-02T17:57:27.940" v="688"/>
          <ac:spMkLst>
            <pc:docMk/>
            <pc:sldMk cId="2143045285" sldId="268"/>
            <ac:spMk id="14" creationId="{7BCC6446-8462-4A63-9B6F-8F57EC40F648}"/>
          </ac:spMkLst>
        </pc:spChg>
        <pc:spChg chg="add">
          <ac:chgData name="Исламов Руслан" userId="31c09606bce21947" providerId="Windows Live" clId="Web-{2D7CDE39-CB82-49B2-9507-F6D4C06532A9}" dt="2023-05-02T17:57:27.940" v="688"/>
          <ac:spMkLst>
            <pc:docMk/>
            <pc:sldMk cId="2143045285" sldId="268"/>
            <ac:spMk id="16" creationId="{3BA1208A-FAFD-4827-BF3E-A6B16CA01D56}"/>
          </ac:spMkLst>
        </pc:spChg>
        <pc:spChg chg="add del mod">
          <ac:chgData name="Исламов Руслан" userId="31c09606bce21947" providerId="Windows Live" clId="Web-{2D7CDE39-CB82-49B2-9507-F6D4C06532A9}" dt="2023-05-02T17:59:46.148" v="709"/>
          <ac:spMkLst>
            <pc:docMk/>
            <pc:sldMk cId="2143045285" sldId="268"/>
            <ac:spMk id="17" creationId="{A54268BD-73EA-8F7E-AA37-330B2D12D5D7}"/>
          </ac:spMkLst>
        </pc:spChg>
        <pc:spChg chg="add del mod">
          <ac:chgData name="Исламов Руслан" userId="31c09606bce21947" providerId="Windows Live" clId="Web-{2D7CDE39-CB82-49B2-9507-F6D4C06532A9}" dt="2023-05-02T17:59:46.148" v="708"/>
          <ac:spMkLst>
            <pc:docMk/>
            <pc:sldMk cId="2143045285" sldId="268"/>
            <ac:spMk id="49" creationId="{6A2CC8CB-517E-EF2A-FA97-764BD7C3531B}"/>
          </ac:spMkLst>
        </pc:spChg>
        <pc:spChg chg="add del mod">
          <ac:chgData name="Исламов Руслан" userId="31c09606bce21947" providerId="Windows Live" clId="Web-{2D7CDE39-CB82-49B2-9507-F6D4C06532A9}" dt="2023-05-02T17:59:46.148" v="707"/>
          <ac:spMkLst>
            <pc:docMk/>
            <pc:sldMk cId="2143045285" sldId="268"/>
            <ac:spMk id="51" creationId="{6FF10127-72A2-D378-7F93-775A9D561B5D}"/>
          </ac:spMkLst>
        </pc:spChg>
        <pc:spChg chg="add mod">
          <ac:chgData name="Исламов Руслан" userId="31c09606bce21947" providerId="Windows Live" clId="Web-{2D7CDE39-CB82-49B2-9507-F6D4C06532A9}" dt="2023-05-02T17:59:54.195" v="717"/>
          <ac:spMkLst>
            <pc:docMk/>
            <pc:sldMk cId="2143045285" sldId="268"/>
            <ac:spMk id="53" creationId="{D31585BD-8C7D-81C0-5725-6D413256A229}"/>
          </ac:spMkLst>
        </pc:spChg>
        <pc:spChg chg="add mod">
          <ac:chgData name="Исламов Руслан" userId="31c09606bce21947" providerId="Windows Live" clId="Web-{2D7CDE39-CB82-49B2-9507-F6D4C06532A9}" dt="2023-05-02T18:00:51.322" v="735" actId="20577"/>
          <ac:spMkLst>
            <pc:docMk/>
            <pc:sldMk cId="2143045285" sldId="268"/>
            <ac:spMk id="55" creationId="{AA7FF815-EE19-5C13-1036-51BFF5896934}"/>
          </ac:spMkLst>
        </pc:spChg>
        <pc:spChg chg="add mod">
          <ac:chgData name="Исламов Руслан" userId="31c09606bce21947" providerId="Windows Live" clId="Web-{2D7CDE39-CB82-49B2-9507-F6D4C06532A9}" dt="2023-05-02T21:40:19.698" v="1354" actId="20577"/>
          <ac:spMkLst>
            <pc:docMk/>
            <pc:sldMk cId="2143045285" sldId="268"/>
            <ac:spMk id="57" creationId="{E79D0883-29F6-3574-6CD2-864387E5578F}"/>
          </ac:spMkLst>
        </pc:spChg>
        <pc:spChg chg="add mod">
          <ac:chgData name="Исламов Руслан" userId="31c09606bce21947" providerId="Windows Live" clId="Web-{2D7CDE39-CB82-49B2-9507-F6D4C06532A9}" dt="2023-05-02T18:01:06.151" v="737" actId="20577"/>
          <ac:spMkLst>
            <pc:docMk/>
            <pc:sldMk cId="2143045285" sldId="268"/>
            <ac:spMk id="59" creationId="{F9D94CE4-CA1A-20D3-B7C0-51A7F7D39806}"/>
          </ac:spMkLst>
        </pc:spChg>
        <pc:spChg chg="add mod">
          <ac:chgData name="Исламов Руслан" userId="31c09606bce21947" providerId="Windows Live" clId="Web-{2D7CDE39-CB82-49B2-9507-F6D4C06532A9}" dt="2023-05-02T21:40:19.714" v="1355" actId="20577"/>
          <ac:spMkLst>
            <pc:docMk/>
            <pc:sldMk cId="2143045285" sldId="268"/>
            <ac:spMk id="61" creationId="{A8FD5068-922E-7C7E-9BD6-9BF9B3724E20}"/>
          </ac:spMkLst>
        </pc:spChg>
        <pc:grpChg chg="add">
          <ac:chgData name="Исламов Руслан" userId="31c09606bce21947" providerId="Windows Live" clId="Web-{2D7CDE39-CB82-49B2-9507-F6D4C06532A9}" dt="2023-05-02T17:57:27.940" v="688"/>
          <ac:grpSpMkLst>
            <pc:docMk/>
            <pc:sldMk cId="2143045285" sldId="268"/>
            <ac:grpSpMk id="18" creationId="{8118ECEF-CA6A-4CB6-BCA5-59B2DB40C4AB}"/>
          </ac:grpSpMkLst>
        </pc:grpChg>
      </pc:sldChg>
      <pc:sldChg chg="modSp new">
        <pc:chgData name="Исламов Руслан" userId="31c09606bce21947" providerId="Windows Live" clId="Web-{2D7CDE39-CB82-49B2-9507-F6D4C06532A9}" dt="2023-05-02T18:32:13.822" v="836" actId="20577"/>
        <pc:sldMkLst>
          <pc:docMk/>
          <pc:sldMk cId="530189226" sldId="269"/>
        </pc:sldMkLst>
        <pc:spChg chg="mod">
          <ac:chgData name="Исламов Руслан" userId="31c09606bce21947" providerId="Windows Live" clId="Web-{2D7CDE39-CB82-49B2-9507-F6D4C06532A9}" dt="2023-05-02T18:01:51.090" v="755" actId="20577"/>
          <ac:spMkLst>
            <pc:docMk/>
            <pc:sldMk cId="530189226" sldId="269"/>
            <ac:spMk id="2" creationId="{9042F80D-44A9-5068-8154-88EFAB79DB4C}"/>
          </ac:spMkLst>
        </pc:spChg>
        <pc:spChg chg="mod">
          <ac:chgData name="Исламов Руслан" userId="31c09606bce21947" providerId="Windows Live" clId="Web-{2D7CDE39-CB82-49B2-9507-F6D4C06532A9}" dt="2023-05-02T18:03:42" v="763" actId="20577"/>
          <ac:spMkLst>
            <pc:docMk/>
            <pc:sldMk cId="530189226" sldId="269"/>
            <ac:spMk id="3" creationId="{4C39D3B9-FC51-C856-24F8-735669B2F777}"/>
          </ac:spMkLst>
        </pc:spChg>
        <pc:spChg chg="mod">
          <ac:chgData name="Исламов Руслан" userId="31c09606bce21947" providerId="Windows Live" clId="Web-{2D7CDE39-CB82-49B2-9507-F6D4C06532A9}" dt="2023-05-02T18:31:08.210" v="785" actId="20577"/>
          <ac:spMkLst>
            <pc:docMk/>
            <pc:sldMk cId="530189226" sldId="269"/>
            <ac:spMk id="4" creationId="{6F7F3657-BFD5-A525-6DB3-C53CF178B0D4}"/>
          </ac:spMkLst>
        </pc:spChg>
        <pc:spChg chg="mod">
          <ac:chgData name="Исламов Руслан" userId="31c09606bce21947" providerId="Windows Live" clId="Web-{2D7CDE39-CB82-49B2-9507-F6D4C06532A9}" dt="2023-05-02T18:29:49.051" v="769" actId="20577"/>
          <ac:spMkLst>
            <pc:docMk/>
            <pc:sldMk cId="530189226" sldId="269"/>
            <ac:spMk id="5" creationId="{DBF27F90-908C-B27E-51C6-59C2ACB34A70}"/>
          </ac:spMkLst>
        </pc:spChg>
        <pc:spChg chg="mod">
          <ac:chgData name="Исламов Руслан" userId="31c09606bce21947" providerId="Windows Live" clId="Web-{2D7CDE39-CB82-49B2-9507-F6D4C06532A9}" dt="2023-05-02T18:32:13.822" v="836" actId="20577"/>
          <ac:spMkLst>
            <pc:docMk/>
            <pc:sldMk cId="530189226" sldId="269"/>
            <ac:spMk id="6" creationId="{EDE092E3-D33D-C45E-A5F2-F729C3B027CA}"/>
          </ac:spMkLst>
        </pc:spChg>
      </pc:sldChg>
      <pc:sldChg chg="new del">
        <pc:chgData name="Исламов Руслан" userId="31c09606bce21947" providerId="Windows Live" clId="Web-{2D7CDE39-CB82-49B2-9507-F6D4C06532A9}" dt="2023-05-02T18:32:24.291" v="838"/>
        <pc:sldMkLst>
          <pc:docMk/>
          <pc:sldMk cId="2439249672" sldId="270"/>
        </pc:sldMkLst>
      </pc:sldChg>
      <pc:sldChg chg="addSp delSp modSp add replId">
        <pc:chgData name="Исламов Руслан" userId="31c09606bce21947" providerId="Windows Live" clId="Web-{2D7CDE39-CB82-49B2-9507-F6D4C06532A9}" dt="2023-05-02T20:52:17.347" v="1167"/>
        <pc:sldMkLst>
          <pc:docMk/>
          <pc:sldMk cId="4192140361" sldId="270"/>
        </pc:sldMkLst>
        <pc:spChg chg="add mod">
          <ac:chgData name="Исламов Руслан" userId="31c09606bce21947" providerId="Windows Live" clId="Web-{2D7CDE39-CB82-49B2-9507-F6D4C06532A9}" dt="2023-05-02T20:52:17.347" v="1167"/>
          <ac:spMkLst>
            <pc:docMk/>
            <pc:sldMk cId="4192140361" sldId="270"/>
            <ac:spMk id="2" creationId="{2D8F5D7F-6A21-E1A6-1554-DDA89FE1F69D}"/>
          </ac:spMkLst>
        </pc:spChg>
        <pc:spChg chg="del">
          <ac:chgData name="Исламов Руслан" userId="31c09606bce21947" providerId="Windows Live" clId="Web-{2D7CDE39-CB82-49B2-9507-F6D4C06532A9}" dt="2023-05-02T19:06:53.970" v="958"/>
          <ac:spMkLst>
            <pc:docMk/>
            <pc:sldMk cId="4192140361" sldId="270"/>
            <ac:spMk id="8" creationId="{BA6285CA-6AFA-4F27-AFB5-1B32CDE09B1A}"/>
          </ac:spMkLst>
        </pc:spChg>
        <pc:spChg chg="del">
          <ac:chgData name="Исламов Руслан" userId="31c09606bce21947" providerId="Windows Live" clId="Web-{2D7CDE39-CB82-49B2-9507-F6D4C06532A9}" dt="2023-05-02T19:06:53.970" v="958"/>
          <ac:spMkLst>
            <pc:docMk/>
            <pc:sldMk cId="4192140361" sldId="270"/>
            <ac:spMk id="10" creationId="{7F7C084A-330C-4243-AD92-F98B226F06BC}"/>
          </ac:spMkLst>
        </pc:spChg>
        <pc:spChg chg="del">
          <ac:chgData name="Исламов Руслан" userId="31c09606bce21947" providerId="Windows Live" clId="Web-{2D7CDE39-CB82-49B2-9507-F6D4C06532A9}" dt="2023-05-02T19:06:53.970" v="958"/>
          <ac:spMkLst>
            <pc:docMk/>
            <pc:sldMk cId="4192140361" sldId="270"/>
            <ac:spMk id="12" creationId="{7F19A9C0-8335-4ABB-91B6-396031712693}"/>
          </ac:spMkLst>
        </pc:spChg>
        <pc:spChg chg="del">
          <ac:chgData name="Исламов Руслан" userId="31c09606bce21947" providerId="Windows Live" clId="Web-{2D7CDE39-CB82-49B2-9507-F6D4C06532A9}" dt="2023-05-02T19:06:53.970" v="958"/>
          <ac:spMkLst>
            <pc:docMk/>
            <pc:sldMk cId="4192140361" sldId="270"/>
            <ac:spMk id="14" creationId="{7BCC6446-8462-4A63-9B6F-8F57EC40F648}"/>
          </ac:spMkLst>
        </pc:spChg>
        <pc:spChg chg="del">
          <ac:chgData name="Исламов Руслан" userId="31c09606bce21947" providerId="Windows Live" clId="Web-{2D7CDE39-CB82-49B2-9507-F6D4C06532A9}" dt="2023-05-02T19:06:53.970" v="958"/>
          <ac:spMkLst>
            <pc:docMk/>
            <pc:sldMk cId="4192140361" sldId="270"/>
            <ac:spMk id="16" creationId="{3BA1208A-FAFD-4827-BF3E-A6B16CA01D56}"/>
          </ac:spMkLst>
        </pc:spChg>
        <pc:spChg chg="mod">
          <ac:chgData name="Исламов Руслан" userId="31c09606bce21947" providerId="Windows Live" clId="Web-{2D7CDE39-CB82-49B2-9507-F6D4C06532A9}" dt="2023-05-02T20:52:17.347" v="1167"/>
          <ac:spMkLst>
            <pc:docMk/>
            <pc:sldMk cId="4192140361" sldId="270"/>
            <ac:spMk id="53" creationId="{D31585BD-8C7D-81C0-5725-6D413256A229}"/>
          </ac:spMkLst>
        </pc:spChg>
        <pc:spChg chg="del mod">
          <ac:chgData name="Исламов Руслан" userId="31c09606bce21947" providerId="Windows Live" clId="Web-{2D7CDE39-CB82-49B2-9507-F6D4C06532A9}" dt="2023-05-02T18:58:41.969" v="866"/>
          <ac:spMkLst>
            <pc:docMk/>
            <pc:sldMk cId="4192140361" sldId="270"/>
            <ac:spMk id="55" creationId="{AA7FF815-EE19-5C13-1036-51BFF5896934}"/>
          </ac:spMkLst>
        </pc:spChg>
        <pc:spChg chg="del">
          <ac:chgData name="Исламов Руслан" userId="31c09606bce21947" providerId="Windows Live" clId="Web-{2D7CDE39-CB82-49B2-9507-F6D4C06532A9}" dt="2023-05-02T18:58:46.469" v="869"/>
          <ac:spMkLst>
            <pc:docMk/>
            <pc:sldMk cId="4192140361" sldId="270"/>
            <ac:spMk id="57" creationId="{E79D0883-29F6-3574-6CD2-864387E5578F}"/>
          </ac:spMkLst>
        </pc:spChg>
        <pc:spChg chg="add del">
          <ac:chgData name="Исламов Руслан" userId="31c09606bce21947" providerId="Windows Live" clId="Web-{2D7CDE39-CB82-49B2-9507-F6D4C06532A9}" dt="2023-05-02T20:29:40.068" v="1165"/>
          <ac:spMkLst>
            <pc:docMk/>
            <pc:sldMk cId="4192140361" sldId="270"/>
            <ac:spMk id="58" creationId="{A4798C7F-C8CA-4799-BF37-3AB4642CDB66}"/>
          </ac:spMkLst>
        </pc:spChg>
        <pc:spChg chg="del mod">
          <ac:chgData name="Исламов Руслан" userId="31c09606bce21947" providerId="Windows Live" clId="Web-{2D7CDE39-CB82-49B2-9507-F6D4C06532A9}" dt="2023-05-02T18:58:43.891" v="867"/>
          <ac:spMkLst>
            <pc:docMk/>
            <pc:sldMk cId="4192140361" sldId="270"/>
            <ac:spMk id="59" creationId="{F9D94CE4-CA1A-20D3-B7C0-51A7F7D39806}"/>
          </ac:spMkLst>
        </pc:spChg>
        <pc:spChg chg="del">
          <ac:chgData name="Исламов Руслан" userId="31c09606bce21947" providerId="Windows Live" clId="Web-{2D7CDE39-CB82-49B2-9507-F6D4C06532A9}" dt="2023-05-02T18:58:46.141" v="868"/>
          <ac:spMkLst>
            <pc:docMk/>
            <pc:sldMk cId="4192140361" sldId="270"/>
            <ac:spMk id="61" creationId="{A8FD5068-922E-7C7E-9BD6-9BF9B3724E20}"/>
          </ac:spMkLst>
        </pc:spChg>
        <pc:spChg chg="add del">
          <ac:chgData name="Исламов Руслан" userId="31c09606bce21947" providerId="Windows Live" clId="Web-{2D7CDE39-CB82-49B2-9507-F6D4C06532A9}" dt="2023-05-02T20:29:40.068" v="1165"/>
          <ac:spMkLst>
            <pc:docMk/>
            <pc:sldMk cId="4192140361" sldId="270"/>
            <ac:spMk id="91" creationId="{216BB147-20D5-4D93-BDA5-1BC614D6A4B2}"/>
          </ac:spMkLst>
        </pc:spChg>
        <pc:spChg chg="add del">
          <ac:chgData name="Исламов Руслан" userId="31c09606bce21947" providerId="Windows Live" clId="Web-{2D7CDE39-CB82-49B2-9507-F6D4C06532A9}" dt="2023-05-02T20:29:40.068" v="1165"/>
          <ac:spMkLst>
            <pc:docMk/>
            <pc:sldMk cId="4192140361" sldId="270"/>
            <ac:spMk id="93" creationId="{0A253F60-DE40-4508-A37A-61331DF1DD5D}"/>
          </ac:spMkLst>
        </pc:spChg>
        <pc:spChg chg="add del">
          <ac:chgData name="Исламов Руслан" userId="31c09606bce21947" providerId="Windows Live" clId="Web-{2D7CDE39-CB82-49B2-9507-F6D4C06532A9}" dt="2023-05-02T20:29:40.068" v="1165"/>
          <ac:spMkLst>
            <pc:docMk/>
            <pc:sldMk cId="4192140361" sldId="270"/>
            <ac:spMk id="95" creationId="{3BBF3378-C49E-4B97-A883-6393FBF18C0B}"/>
          </ac:spMkLst>
        </pc:spChg>
        <pc:spChg chg="add del">
          <ac:chgData name="Исламов Руслан" userId="31c09606bce21947" providerId="Windows Live" clId="Web-{2D7CDE39-CB82-49B2-9507-F6D4C06532A9}" dt="2023-05-02T20:29:40.068" v="1165"/>
          <ac:spMkLst>
            <pc:docMk/>
            <pc:sldMk cId="4192140361" sldId="270"/>
            <ac:spMk id="128" creationId="{EB68BB96-3C54-47CE-A559-16FC5968EE9F}"/>
          </ac:spMkLst>
        </pc:spChg>
        <pc:spChg chg="add del">
          <ac:chgData name="Исламов Руслан" userId="31c09606bce21947" providerId="Windows Live" clId="Web-{2D7CDE39-CB82-49B2-9507-F6D4C06532A9}" dt="2023-05-02T20:29:40.068" v="1165"/>
          <ac:spMkLst>
            <pc:docMk/>
            <pc:sldMk cId="4192140361" sldId="270"/>
            <ac:spMk id="161" creationId="{1C582B07-D0F0-4B6B-A5D9-D2F192CB3A4E}"/>
          </ac:spMkLst>
        </pc:spChg>
        <pc:spChg chg="add del">
          <ac:chgData name="Исламов Руслан" userId="31c09606bce21947" providerId="Windows Live" clId="Web-{2D7CDE39-CB82-49B2-9507-F6D4C06532A9}" dt="2023-05-02T20:29:40.068" v="1165"/>
          <ac:spMkLst>
            <pc:docMk/>
            <pc:sldMk cId="4192140361" sldId="270"/>
            <ac:spMk id="163" creationId="{3712ED8D-807A-4E94-A9AF-C44676151773}"/>
          </ac:spMkLst>
        </pc:spChg>
        <pc:spChg chg="add del">
          <ac:chgData name="Исламов Руслан" userId="31c09606bce21947" providerId="Windows Live" clId="Web-{2D7CDE39-CB82-49B2-9507-F6D4C06532A9}" dt="2023-05-02T20:29:40.068" v="1165"/>
          <ac:spMkLst>
            <pc:docMk/>
            <pc:sldMk cId="4192140361" sldId="270"/>
            <ac:spMk id="165" creationId="{DA1A4301-6FFC-4C82-A1FA-7634D8CAA8F5}"/>
          </ac:spMkLst>
        </pc:spChg>
        <pc:spChg chg="add del">
          <ac:chgData name="Исламов Руслан" userId="31c09606bce21947" providerId="Windows Live" clId="Web-{2D7CDE39-CB82-49B2-9507-F6D4C06532A9}" dt="2023-05-02T20:29:40.068" v="1165"/>
          <ac:spMkLst>
            <pc:docMk/>
            <pc:sldMk cId="4192140361" sldId="270"/>
            <ac:spMk id="167" creationId="{D8667B21-A39C-4ABB-9CED-0DD4CD739502}"/>
          </ac:spMkLst>
        </pc:spChg>
        <pc:spChg chg="add del">
          <ac:chgData name="Исламов Руслан" userId="31c09606bce21947" providerId="Windows Live" clId="Web-{2D7CDE39-CB82-49B2-9507-F6D4C06532A9}" dt="2023-05-02T20:52:17.347" v="1167"/>
          <ac:spMkLst>
            <pc:docMk/>
            <pc:sldMk cId="4192140361" sldId="270"/>
            <ac:spMk id="203" creationId="{A4798C7F-C8CA-4799-BF37-3AB4642CDB66}"/>
          </ac:spMkLst>
        </pc:spChg>
        <pc:spChg chg="add del">
          <ac:chgData name="Исламов Руслан" userId="31c09606bce21947" providerId="Windows Live" clId="Web-{2D7CDE39-CB82-49B2-9507-F6D4C06532A9}" dt="2023-05-02T20:29:40.021" v="1164"/>
          <ac:spMkLst>
            <pc:docMk/>
            <pc:sldMk cId="4192140361" sldId="270"/>
            <ac:spMk id="204" creationId="{A4798C7F-C8CA-4799-BF37-3AB4642CDB66}"/>
          </ac:spMkLst>
        </pc:spChg>
        <pc:spChg chg="add del">
          <ac:chgData name="Исламов Руслан" userId="31c09606bce21947" providerId="Windows Live" clId="Web-{2D7CDE39-CB82-49B2-9507-F6D4C06532A9}" dt="2023-05-02T20:52:17.347" v="1167"/>
          <ac:spMkLst>
            <pc:docMk/>
            <pc:sldMk cId="4192140361" sldId="270"/>
            <ac:spMk id="236" creationId="{216BB147-20D5-4D93-BDA5-1BC614D6A4B2}"/>
          </ac:spMkLst>
        </pc:spChg>
        <pc:spChg chg="add del">
          <ac:chgData name="Исламов Руслан" userId="31c09606bce21947" providerId="Windows Live" clId="Web-{2D7CDE39-CB82-49B2-9507-F6D4C06532A9}" dt="2023-05-02T20:29:40.021" v="1164"/>
          <ac:spMkLst>
            <pc:docMk/>
            <pc:sldMk cId="4192140361" sldId="270"/>
            <ac:spMk id="237" creationId="{216BB147-20D5-4D93-BDA5-1BC614D6A4B2}"/>
          </ac:spMkLst>
        </pc:spChg>
        <pc:spChg chg="add del">
          <ac:chgData name="Исламов Руслан" userId="31c09606bce21947" providerId="Windows Live" clId="Web-{2D7CDE39-CB82-49B2-9507-F6D4C06532A9}" dt="2023-05-02T20:52:17.347" v="1167"/>
          <ac:spMkLst>
            <pc:docMk/>
            <pc:sldMk cId="4192140361" sldId="270"/>
            <ac:spMk id="238" creationId="{0A253F60-DE40-4508-A37A-61331DF1DD5D}"/>
          </ac:spMkLst>
        </pc:spChg>
        <pc:spChg chg="add del">
          <ac:chgData name="Исламов Руслан" userId="31c09606bce21947" providerId="Windows Live" clId="Web-{2D7CDE39-CB82-49B2-9507-F6D4C06532A9}" dt="2023-05-02T20:29:40.021" v="1164"/>
          <ac:spMkLst>
            <pc:docMk/>
            <pc:sldMk cId="4192140361" sldId="270"/>
            <ac:spMk id="239" creationId="{0A253F60-DE40-4508-A37A-61331DF1DD5D}"/>
          </ac:spMkLst>
        </pc:spChg>
        <pc:spChg chg="add del">
          <ac:chgData name="Исламов Руслан" userId="31c09606bce21947" providerId="Windows Live" clId="Web-{2D7CDE39-CB82-49B2-9507-F6D4C06532A9}" dt="2023-05-02T20:29:40.021" v="1164"/>
          <ac:spMkLst>
            <pc:docMk/>
            <pc:sldMk cId="4192140361" sldId="270"/>
            <ac:spMk id="241" creationId="{9A0D6220-3DFE-4182-9152-9135493A6BDA}"/>
          </ac:spMkLst>
        </pc:spChg>
        <pc:spChg chg="add del">
          <ac:chgData name="Исламов Руслан" userId="31c09606bce21947" providerId="Windows Live" clId="Web-{2D7CDE39-CB82-49B2-9507-F6D4C06532A9}" dt="2023-05-02T20:29:40.021" v="1164"/>
          <ac:spMkLst>
            <pc:docMk/>
            <pc:sldMk cId="4192140361" sldId="270"/>
            <ac:spMk id="274" creationId="{1C582B07-D0F0-4B6B-A5D9-D2F192CB3A4E}"/>
          </ac:spMkLst>
        </pc:spChg>
        <pc:spChg chg="add del">
          <ac:chgData name="Исламов Руслан" userId="31c09606bce21947" providerId="Windows Live" clId="Web-{2D7CDE39-CB82-49B2-9507-F6D4C06532A9}" dt="2023-05-02T20:29:40.021" v="1164"/>
          <ac:spMkLst>
            <pc:docMk/>
            <pc:sldMk cId="4192140361" sldId="270"/>
            <ac:spMk id="276" creationId="{90B4ACB0-2B52-48C2-9BC9-553BE73567FC}"/>
          </ac:spMkLst>
        </pc:spChg>
        <pc:spChg chg="add del">
          <ac:chgData name="Исламов Руслан" userId="31c09606bce21947" providerId="Windows Live" clId="Web-{2D7CDE39-CB82-49B2-9507-F6D4C06532A9}" dt="2023-05-02T20:29:40.021" v="1164"/>
          <ac:spMkLst>
            <pc:docMk/>
            <pc:sldMk cId="4192140361" sldId="270"/>
            <ac:spMk id="278" creationId="{DA1A4301-6FFC-4C82-A1FA-7634D8CAA8F5}"/>
          </ac:spMkLst>
        </pc:spChg>
        <pc:spChg chg="add del">
          <ac:chgData name="Исламов Руслан" userId="31c09606bce21947" providerId="Windows Live" clId="Web-{2D7CDE39-CB82-49B2-9507-F6D4C06532A9}" dt="2023-05-02T20:52:17.347" v="1167"/>
          <ac:spMkLst>
            <pc:docMk/>
            <pc:sldMk cId="4192140361" sldId="270"/>
            <ac:spMk id="302" creationId="{1C582B07-D0F0-4B6B-A5D9-D2F192CB3A4E}"/>
          </ac:spMkLst>
        </pc:spChg>
        <pc:spChg chg="add del">
          <ac:chgData name="Исламов Руслан" userId="31c09606bce21947" providerId="Windows Live" clId="Web-{2D7CDE39-CB82-49B2-9507-F6D4C06532A9}" dt="2023-05-02T20:52:17.347" v="1167"/>
          <ac:spMkLst>
            <pc:docMk/>
            <pc:sldMk cId="4192140361" sldId="270"/>
            <ac:spMk id="304" creationId="{181CC2FD-F5D2-4415-8486-46858CC427A4}"/>
          </ac:spMkLst>
        </pc:spChg>
        <pc:spChg chg="add del">
          <ac:chgData name="Исламов Руслан" userId="31c09606bce21947" providerId="Windows Live" clId="Web-{2D7CDE39-CB82-49B2-9507-F6D4C06532A9}" dt="2023-05-02T20:52:17.347" v="1167"/>
          <ac:spMkLst>
            <pc:docMk/>
            <pc:sldMk cId="4192140361" sldId="270"/>
            <ac:spMk id="306" creationId="{DA1A4301-6FFC-4C82-A1FA-7634D8CAA8F5}"/>
          </ac:spMkLst>
        </pc:spChg>
        <pc:spChg chg="add del">
          <ac:chgData name="Исламов Руслан" userId="31c09606bce21947" providerId="Windows Live" clId="Web-{2D7CDE39-CB82-49B2-9507-F6D4C06532A9}" dt="2023-05-02T20:52:17.347" v="1167"/>
          <ac:spMkLst>
            <pc:docMk/>
            <pc:sldMk cId="4192140361" sldId="270"/>
            <ac:spMk id="308" creationId="{E1063619-981B-4E62-A26E-E345BB3080BA}"/>
          </ac:spMkLst>
        </pc:spChg>
        <pc:spChg chg="add">
          <ac:chgData name="Исламов Руслан" userId="31c09606bce21947" providerId="Windows Live" clId="Web-{2D7CDE39-CB82-49B2-9507-F6D4C06532A9}" dt="2023-05-02T20:52:17.347" v="1167"/>
          <ac:spMkLst>
            <pc:docMk/>
            <pc:sldMk cId="4192140361" sldId="270"/>
            <ac:spMk id="351" creationId="{A4798C7F-C8CA-4799-BF37-3AB4642CDB66}"/>
          </ac:spMkLst>
        </pc:spChg>
        <pc:spChg chg="add">
          <ac:chgData name="Исламов Руслан" userId="31c09606bce21947" providerId="Windows Live" clId="Web-{2D7CDE39-CB82-49B2-9507-F6D4C06532A9}" dt="2023-05-02T20:52:17.347" v="1167"/>
          <ac:spMkLst>
            <pc:docMk/>
            <pc:sldMk cId="4192140361" sldId="270"/>
            <ac:spMk id="384" creationId="{216BB147-20D5-4D93-BDA5-1BC614D6A4B2}"/>
          </ac:spMkLst>
        </pc:spChg>
        <pc:spChg chg="add">
          <ac:chgData name="Исламов Руслан" userId="31c09606bce21947" providerId="Windows Live" clId="Web-{2D7CDE39-CB82-49B2-9507-F6D4C06532A9}" dt="2023-05-02T20:52:17.347" v="1167"/>
          <ac:spMkLst>
            <pc:docMk/>
            <pc:sldMk cId="4192140361" sldId="270"/>
            <ac:spMk id="386" creationId="{0A253F60-DE40-4508-A37A-61331DF1DD5D}"/>
          </ac:spMkLst>
        </pc:spChg>
        <pc:spChg chg="add">
          <ac:chgData name="Исламов Руслан" userId="31c09606bce21947" providerId="Windows Live" clId="Web-{2D7CDE39-CB82-49B2-9507-F6D4C06532A9}" dt="2023-05-02T20:52:17.347" v="1167"/>
          <ac:spMkLst>
            <pc:docMk/>
            <pc:sldMk cId="4192140361" sldId="270"/>
            <ac:spMk id="388" creationId="{9A0D6220-3DFE-4182-9152-9135493A6BDA}"/>
          </ac:spMkLst>
        </pc:spChg>
        <pc:spChg chg="add">
          <ac:chgData name="Исламов Руслан" userId="31c09606bce21947" providerId="Windows Live" clId="Web-{2D7CDE39-CB82-49B2-9507-F6D4C06532A9}" dt="2023-05-02T20:52:17.347" v="1167"/>
          <ac:spMkLst>
            <pc:docMk/>
            <pc:sldMk cId="4192140361" sldId="270"/>
            <ac:spMk id="421" creationId="{1C582B07-D0F0-4B6B-A5D9-D2F192CB3A4E}"/>
          </ac:spMkLst>
        </pc:spChg>
        <pc:spChg chg="add">
          <ac:chgData name="Исламов Руслан" userId="31c09606bce21947" providerId="Windows Live" clId="Web-{2D7CDE39-CB82-49B2-9507-F6D4C06532A9}" dt="2023-05-02T20:52:17.347" v="1167"/>
          <ac:spMkLst>
            <pc:docMk/>
            <pc:sldMk cId="4192140361" sldId="270"/>
            <ac:spMk id="423" creationId="{B205CA4C-4876-4E28-97E0-1162D662A29A}"/>
          </ac:spMkLst>
        </pc:spChg>
        <pc:spChg chg="add">
          <ac:chgData name="Исламов Руслан" userId="31c09606bce21947" providerId="Windows Live" clId="Web-{2D7CDE39-CB82-49B2-9507-F6D4C06532A9}" dt="2023-05-02T20:52:17.347" v="1167"/>
          <ac:spMkLst>
            <pc:docMk/>
            <pc:sldMk cId="4192140361" sldId="270"/>
            <ac:spMk id="425" creationId="{2E08B368-A2A8-4357-B416-37C258EFEE08}"/>
          </ac:spMkLst>
        </pc:spChg>
        <pc:spChg chg="add">
          <ac:chgData name="Исламов Руслан" userId="31c09606bce21947" providerId="Windows Live" clId="Web-{2D7CDE39-CB82-49B2-9507-F6D4C06532A9}" dt="2023-05-02T20:52:17.347" v="1167"/>
          <ac:spMkLst>
            <pc:docMk/>
            <pc:sldMk cId="4192140361" sldId="270"/>
            <ac:spMk id="427" creationId="{A890253F-325A-4AC7-AF5F-06FB890E8F0E}"/>
          </ac:spMkLst>
        </pc:spChg>
        <pc:grpChg chg="del">
          <ac:chgData name="Исламов Руслан" userId="31c09606bce21947" providerId="Windows Live" clId="Web-{2D7CDE39-CB82-49B2-9507-F6D4C06532A9}" dt="2023-05-02T19:06:53.970" v="958"/>
          <ac:grpSpMkLst>
            <pc:docMk/>
            <pc:sldMk cId="4192140361" sldId="270"/>
            <ac:grpSpMk id="18" creationId="{8118ECEF-CA6A-4CB6-BCA5-59B2DB40C4AB}"/>
          </ac:grpSpMkLst>
        </pc:grpChg>
        <pc:grpChg chg="add del">
          <ac:chgData name="Исламов Руслан" userId="31c09606bce21947" providerId="Windows Live" clId="Web-{2D7CDE39-CB82-49B2-9507-F6D4C06532A9}" dt="2023-05-02T20:29:40.068" v="1165"/>
          <ac:grpSpMkLst>
            <pc:docMk/>
            <pc:sldMk cId="4192140361" sldId="270"/>
            <ac:grpSpMk id="60" creationId="{87F0794B-55D3-4D2D-BDE7-4688ED321E42}"/>
          </ac:grpSpMkLst>
        </pc:grpChg>
        <pc:grpChg chg="add del">
          <ac:chgData name="Исламов Руслан" userId="31c09606bce21947" providerId="Windows Live" clId="Web-{2D7CDE39-CB82-49B2-9507-F6D4C06532A9}" dt="2023-05-02T20:29:40.068" v="1165"/>
          <ac:grpSpMkLst>
            <pc:docMk/>
            <pc:sldMk cId="4192140361" sldId="270"/>
            <ac:grpSpMk id="97" creationId="{DA3D4001-286E-4CB2-B293-3058BDDC8221}"/>
          </ac:grpSpMkLst>
        </pc:grpChg>
        <pc:grpChg chg="add del">
          <ac:chgData name="Исламов Руслан" userId="31c09606bce21947" providerId="Windows Live" clId="Web-{2D7CDE39-CB82-49B2-9507-F6D4C06532A9}" dt="2023-05-02T20:29:40.068" v="1165"/>
          <ac:grpSpMkLst>
            <pc:docMk/>
            <pc:sldMk cId="4192140361" sldId="270"/>
            <ac:grpSpMk id="130" creationId="{BDDD9304-3AB6-4BE9-833E-9C1B3EC42182}"/>
          </ac:grpSpMkLst>
        </pc:grpChg>
        <pc:grpChg chg="add del">
          <ac:chgData name="Исламов Руслан" userId="31c09606bce21947" providerId="Windows Live" clId="Web-{2D7CDE39-CB82-49B2-9507-F6D4C06532A9}" dt="2023-05-02T20:29:40.068" v="1165"/>
          <ac:grpSpMkLst>
            <pc:docMk/>
            <pc:sldMk cId="4192140361" sldId="270"/>
            <ac:grpSpMk id="169" creationId="{8323DD1D-77DE-48B2-A0A0-6265801531E5}"/>
          </ac:grpSpMkLst>
        </pc:grpChg>
        <pc:grpChg chg="add del">
          <ac:chgData name="Исламов Руслан" userId="31c09606bce21947" providerId="Windows Live" clId="Web-{2D7CDE39-CB82-49B2-9507-F6D4C06532A9}" dt="2023-05-02T20:52:17.347" v="1167"/>
          <ac:grpSpMkLst>
            <pc:docMk/>
            <pc:sldMk cId="4192140361" sldId="270"/>
            <ac:grpSpMk id="205" creationId="{87F0794B-55D3-4D2D-BDE7-4688ED321E42}"/>
          </ac:grpSpMkLst>
        </pc:grpChg>
        <pc:grpChg chg="add del">
          <ac:chgData name="Исламов Руслан" userId="31c09606bce21947" providerId="Windows Live" clId="Web-{2D7CDE39-CB82-49B2-9507-F6D4C06532A9}" dt="2023-05-02T20:29:40.021" v="1164"/>
          <ac:grpSpMkLst>
            <pc:docMk/>
            <pc:sldMk cId="4192140361" sldId="270"/>
            <ac:grpSpMk id="206" creationId="{87F0794B-55D3-4D2D-BDE7-4688ED321E42}"/>
          </ac:grpSpMkLst>
        </pc:grpChg>
        <pc:grpChg chg="add del">
          <ac:chgData name="Исламов Руслан" userId="31c09606bce21947" providerId="Windows Live" clId="Web-{2D7CDE39-CB82-49B2-9507-F6D4C06532A9}" dt="2023-05-02T20:52:17.347" v="1167"/>
          <ac:grpSpMkLst>
            <pc:docMk/>
            <pc:sldMk cId="4192140361" sldId="270"/>
            <ac:grpSpMk id="240" creationId="{CFB42397-759B-4110-90F9-11A099A04F18}"/>
          </ac:grpSpMkLst>
        </pc:grpChg>
        <pc:grpChg chg="add del">
          <ac:chgData name="Исламов Руслан" userId="31c09606bce21947" providerId="Windows Live" clId="Web-{2D7CDE39-CB82-49B2-9507-F6D4C06532A9}" dt="2023-05-02T20:29:40.021" v="1164"/>
          <ac:grpSpMkLst>
            <pc:docMk/>
            <pc:sldMk cId="4192140361" sldId="270"/>
            <ac:grpSpMk id="243" creationId="{44C729BC-90F1-4823-A305-F6F124E93A95}"/>
          </ac:grpSpMkLst>
        </pc:grpChg>
        <pc:grpChg chg="add del">
          <ac:chgData name="Исламов Руслан" userId="31c09606bce21947" providerId="Windows Live" clId="Web-{2D7CDE39-CB82-49B2-9507-F6D4C06532A9}" dt="2023-05-02T20:52:17.347" v="1167"/>
          <ac:grpSpMkLst>
            <pc:docMk/>
            <pc:sldMk cId="4192140361" sldId="270"/>
            <ac:grpSpMk id="271" creationId="{9A50F0F9-04C8-47E4-AF66-B3CAF8C81917}"/>
          </ac:grpSpMkLst>
        </pc:grpChg>
        <pc:grpChg chg="add del">
          <ac:chgData name="Исламов Руслан" userId="31c09606bce21947" providerId="Windows Live" clId="Web-{2D7CDE39-CB82-49B2-9507-F6D4C06532A9}" dt="2023-05-02T20:29:40.021" v="1164"/>
          <ac:grpSpMkLst>
            <pc:docMk/>
            <pc:sldMk cId="4192140361" sldId="270"/>
            <ac:grpSpMk id="280" creationId="{8323DD1D-77DE-48B2-A0A0-6265801531E5}"/>
          </ac:grpSpMkLst>
        </pc:grpChg>
        <pc:grpChg chg="add del">
          <ac:chgData name="Исламов Руслан" userId="31c09606bce21947" providerId="Windows Live" clId="Web-{2D7CDE39-CB82-49B2-9507-F6D4C06532A9}" dt="2023-05-02T20:52:17.347" v="1167"/>
          <ac:grpSpMkLst>
            <pc:docMk/>
            <pc:sldMk cId="4192140361" sldId="270"/>
            <ac:grpSpMk id="310" creationId="{8323DD1D-77DE-48B2-A0A0-6265801531E5}"/>
          </ac:grpSpMkLst>
        </pc:grpChg>
        <pc:grpChg chg="add">
          <ac:chgData name="Исламов Руслан" userId="31c09606bce21947" providerId="Windows Live" clId="Web-{2D7CDE39-CB82-49B2-9507-F6D4C06532A9}" dt="2023-05-02T20:52:17.347" v="1167"/>
          <ac:grpSpMkLst>
            <pc:docMk/>
            <pc:sldMk cId="4192140361" sldId="270"/>
            <ac:grpSpMk id="353" creationId="{87F0794B-55D3-4D2D-BDE7-4688ED321E42}"/>
          </ac:grpSpMkLst>
        </pc:grpChg>
        <pc:grpChg chg="add">
          <ac:chgData name="Исламов Руслан" userId="31c09606bce21947" providerId="Windows Live" clId="Web-{2D7CDE39-CB82-49B2-9507-F6D4C06532A9}" dt="2023-05-02T20:52:17.347" v="1167"/>
          <ac:grpSpMkLst>
            <pc:docMk/>
            <pc:sldMk cId="4192140361" sldId="270"/>
            <ac:grpSpMk id="390" creationId="{44C729BC-90F1-4823-A305-F6F124E93A95}"/>
          </ac:grpSpMkLst>
        </pc:grpChg>
        <pc:grpChg chg="add">
          <ac:chgData name="Исламов Руслан" userId="31c09606bce21947" providerId="Windows Live" clId="Web-{2D7CDE39-CB82-49B2-9507-F6D4C06532A9}" dt="2023-05-02T20:52:17.347" v="1167"/>
          <ac:grpSpMkLst>
            <pc:docMk/>
            <pc:sldMk cId="4192140361" sldId="270"/>
            <ac:grpSpMk id="429" creationId="{8323DD1D-77DE-48B2-A0A0-6265801531E5}"/>
          </ac:grpSpMkLst>
        </pc:grpChg>
        <pc:picChg chg="add mod">
          <ac:chgData name="Исламов Руслан" userId="31c09606bce21947" providerId="Windows Live" clId="Web-{2D7CDE39-CB82-49B2-9507-F6D4C06532A9}" dt="2023-05-02T20:52:17.347" v="1167"/>
          <ac:picMkLst>
            <pc:docMk/>
            <pc:sldMk cId="4192140361" sldId="270"/>
            <ac:picMk id="3" creationId="{46DCB9F1-D2BE-129C-6297-9DD427672D38}"/>
          </ac:picMkLst>
        </pc:picChg>
        <pc:picChg chg="add del mod">
          <ac:chgData name="Исламов Руслан" userId="31c09606bce21947" providerId="Windows Live" clId="Web-{2D7CDE39-CB82-49B2-9507-F6D4C06532A9}" dt="2023-05-02T20:28:24.706" v="1156"/>
          <ac:picMkLst>
            <pc:docMk/>
            <pc:sldMk cId="4192140361" sldId="270"/>
            <ac:picMk id="3" creationId="{7D555422-480B-8C19-C38B-5BDD0002BF07}"/>
          </ac:picMkLst>
        </pc:picChg>
        <pc:picChg chg="add del mod">
          <ac:chgData name="Исламов Руслан" userId="31c09606bce21947" providerId="Windows Live" clId="Web-{2D7CDE39-CB82-49B2-9507-F6D4C06532A9}" dt="2023-05-02T20:16:44.306" v="1149"/>
          <ac:picMkLst>
            <pc:docMk/>
            <pc:sldMk cId="4192140361" sldId="270"/>
            <ac:picMk id="4" creationId="{36E64447-A869-5B86-2DB0-488AFC913A9E}"/>
          </ac:picMkLst>
        </pc:picChg>
        <pc:picChg chg="add del mod">
          <ac:chgData name="Исламов Руслан" userId="31c09606bce21947" providerId="Windows Live" clId="Web-{2D7CDE39-CB82-49B2-9507-F6D4C06532A9}" dt="2023-05-02T20:19:46.281" v="1152"/>
          <ac:picMkLst>
            <pc:docMk/>
            <pc:sldMk cId="4192140361" sldId="270"/>
            <ac:picMk id="5" creationId="{366D45C7-9860-1F1C-5F66-56A62F612017}"/>
          </ac:picMkLst>
        </pc:picChg>
        <pc:picChg chg="add del mod">
          <ac:chgData name="Исламов Руслан" userId="31c09606bce21947" providerId="Windows Live" clId="Web-{2D7CDE39-CB82-49B2-9507-F6D4C06532A9}" dt="2023-05-02T20:28:24.706" v="1155"/>
          <ac:picMkLst>
            <pc:docMk/>
            <pc:sldMk cId="4192140361" sldId="270"/>
            <ac:picMk id="6" creationId="{643103D1-E11B-43DC-91F7-C76DBA60CAD0}"/>
          </ac:picMkLst>
        </pc:picChg>
        <pc:picChg chg="add del mod">
          <ac:chgData name="Исламов Руслан" userId="31c09606bce21947" providerId="Windows Live" clId="Web-{2D7CDE39-CB82-49B2-9507-F6D4C06532A9}" dt="2023-05-02T20:28:47.333" v="1162"/>
          <ac:picMkLst>
            <pc:docMk/>
            <pc:sldMk cId="4192140361" sldId="270"/>
            <ac:picMk id="7" creationId="{720A86CA-005F-A649-E882-FF441608EADF}"/>
          </ac:picMkLst>
        </pc:picChg>
        <pc:picChg chg="add del">
          <ac:chgData name="Исламов Руслан" userId="31c09606bce21947" providerId="Windows Live" clId="Web-{2D7CDE39-CB82-49B2-9507-F6D4C06532A9}" dt="2023-05-02T20:29:40.021" v="1164"/>
          <ac:picMkLst>
            <pc:docMk/>
            <pc:sldMk cId="4192140361" sldId="270"/>
            <ac:picMk id="200" creationId="{B4CED06A-AFA0-52D9-7964-01F06E836B29}"/>
          </ac:picMkLst>
        </pc:picChg>
      </pc:sldChg>
      <pc:sldChg chg="modSp add replId">
        <pc:chgData name="Исламов Руслан" userId="31c09606bce21947" providerId="Windows Live" clId="Web-{2D7CDE39-CB82-49B2-9507-F6D4C06532A9}" dt="2023-05-02T19:14:23.642" v="1082" actId="20577"/>
        <pc:sldMkLst>
          <pc:docMk/>
          <pc:sldMk cId="610594388" sldId="271"/>
        </pc:sldMkLst>
        <pc:spChg chg="mod">
          <ac:chgData name="Исламов Руслан" userId="31c09606bce21947" providerId="Windows Live" clId="Web-{2D7CDE39-CB82-49B2-9507-F6D4C06532A9}" dt="2023-05-02T19:10:46.884" v="996" actId="20577"/>
          <ac:spMkLst>
            <pc:docMk/>
            <pc:sldMk cId="610594388" sldId="271"/>
            <ac:spMk id="2" creationId="{F9E783A3-63CB-2A59-09E8-63A53E0BAEF2}"/>
          </ac:spMkLst>
        </pc:spChg>
        <pc:spChg chg="mod">
          <ac:chgData name="Исламов Руслан" userId="31c09606bce21947" providerId="Windows Live" clId="Web-{2D7CDE39-CB82-49B2-9507-F6D4C06532A9}" dt="2023-05-02T19:12:55.623" v="1034" actId="20577"/>
          <ac:spMkLst>
            <pc:docMk/>
            <pc:sldMk cId="610594388" sldId="271"/>
            <ac:spMk id="3" creationId="{127CFA5A-AA94-E84B-26F6-A6C0720A187D}"/>
          </ac:spMkLst>
        </pc:spChg>
        <pc:spChg chg="mod">
          <ac:chgData name="Исламов Руслан" userId="31c09606bce21947" providerId="Windows Live" clId="Web-{2D7CDE39-CB82-49B2-9507-F6D4C06532A9}" dt="2023-05-02T19:11:21.135" v="1007" actId="14100"/>
          <ac:spMkLst>
            <pc:docMk/>
            <pc:sldMk cId="610594388" sldId="271"/>
            <ac:spMk id="4" creationId="{8670B523-1271-F44A-BE64-70255DF0E13B}"/>
          </ac:spMkLst>
        </pc:spChg>
        <pc:spChg chg="mod">
          <ac:chgData name="Исламов Руслан" userId="31c09606bce21947" providerId="Windows Live" clId="Web-{2D7CDE39-CB82-49B2-9507-F6D4C06532A9}" dt="2023-05-02T19:11:52.793" v="1016" actId="20577"/>
          <ac:spMkLst>
            <pc:docMk/>
            <pc:sldMk cId="610594388" sldId="271"/>
            <ac:spMk id="5" creationId="{C8F06D4E-62F7-EAE2-D606-52E6ED558E85}"/>
          </ac:spMkLst>
        </pc:spChg>
        <pc:spChg chg="mod">
          <ac:chgData name="Исламов Руслан" userId="31c09606bce21947" providerId="Windows Live" clId="Web-{2D7CDE39-CB82-49B2-9507-F6D4C06532A9}" dt="2023-05-02T19:14:23.642" v="1082" actId="20577"/>
          <ac:spMkLst>
            <pc:docMk/>
            <pc:sldMk cId="610594388" sldId="271"/>
            <ac:spMk id="6" creationId="{F1E42B93-02CF-D9E8-5B09-4F7B5AFAA598}"/>
          </ac:spMkLst>
        </pc:spChg>
        <pc:spChg chg="mod">
          <ac:chgData name="Исламов Руслан" userId="31c09606bce21947" providerId="Windows Live" clId="Web-{2D7CDE39-CB82-49B2-9507-F6D4C06532A9}" dt="2023-05-02T19:11:48.058" v="1012" actId="20577"/>
          <ac:spMkLst>
            <pc:docMk/>
            <pc:sldMk cId="610594388" sldId="271"/>
            <ac:spMk id="8" creationId="{668A7903-9496-DC6D-59E6-DC47098F6F94}"/>
          </ac:spMkLst>
        </pc:spChg>
        <pc:spChg chg="mod">
          <ac:chgData name="Исламов Руслан" userId="31c09606bce21947" providerId="Windows Live" clId="Web-{2D7CDE39-CB82-49B2-9507-F6D4C06532A9}" dt="2023-05-02T19:13:40.515" v="1061" actId="20577"/>
          <ac:spMkLst>
            <pc:docMk/>
            <pc:sldMk cId="610594388" sldId="271"/>
            <ac:spMk id="10" creationId="{5B612797-7156-2F8D-9B55-087810248302}"/>
          </ac:spMkLst>
        </pc:spChg>
      </pc:sldChg>
      <pc:sldChg chg="addSp delSp modSp new mod setBg modClrScheme chgLayout">
        <pc:chgData name="Исламов Руслан" userId="31c09606bce21947" providerId="Windows Live" clId="Web-{2D7CDE39-CB82-49B2-9507-F6D4C06532A9}" dt="2023-05-02T19:38:56.835" v="1102"/>
        <pc:sldMkLst>
          <pc:docMk/>
          <pc:sldMk cId="1619160996" sldId="272"/>
        </pc:sldMkLst>
        <pc:spChg chg="mod ord">
          <ac:chgData name="Исламов Руслан" userId="31c09606bce21947" providerId="Windows Live" clId="Web-{2D7CDE39-CB82-49B2-9507-F6D4C06532A9}" dt="2023-05-02T19:38:31.475" v="1098"/>
          <ac:spMkLst>
            <pc:docMk/>
            <pc:sldMk cId="1619160996" sldId="272"/>
            <ac:spMk id="2" creationId="{7D6A65D8-DD2B-AD74-922C-9149C3DB03F1}"/>
          </ac:spMkLst>
        </pc:spChg>
        <pc:spChg chg="del mod ord">
          <ac:chgData name="Исламов Руслан" userId="31c09606bce21947" providerId="Windows Live" clId="Web-{2D7CDE39-CB82-49B2-9507-F6D4C06532A9}" dt="2023-05-02T19:16:08.270" v="1091"/>
          <ac:spMkLst>
            <pc:docMk/>
            <pc:sldMk cId="1619160996" sldId="272"/>
            <ac:spMk id="3" creationId="{5AE453A1-0A28-5625-4D8D-98EC7B974552}"/>
          </ac:spMkLst>
        </pc:spChg>
        <pc:spChg chg="del">
          <ac:chgData name="Исламов Руслан" userId="31c09606bce21947" providerId="Windows Live" clId="Web-{2D7CDE39-CB82-49B2-9507-F6D4C06532A9}" dt="2023-05-02T19:15:54.051" v="1084"/>
          <ac:spMkLst>
            <pc:docMk/>
            <pc:sldMk cId="1619160996" sldId="272"/>
            <ac:spMk id="4" creationId="{65729DDE-803C-6DB7-6B55-11742A21C57A}"/>
          </ac:spMkLst>
        </pc:spChg>
        <pc:spChg chg="del">
          <ac:chgData name="Исламов Руслан" userId="31c09606bce21947" providerId="Windows Live" clId="Web-{2D7CDE39-CB82-49B2-9507-F6D4C06532A9}" dt="2023-05-02T19:15:54.051" v="1084"/>
          <ac:spMkLst>
            <pc:docMk/>
            <pc:sldMk cId="1619160996" sldId="272"/>
            <ac:spMk id="5" creationId="{CD1F4520-4CD3-806F-0553-E132B65A5AA6}"/>
          </ac:spMkLst>
        </pc:spChg>
        <pc:spChg chg="del">
          <ac:chgData name="Исламов Руслан" userId="31c09606bce21947" providerId="Windows Live" clId="Web-{2D7CDE39-CB82-49B2-9507-F6D4C06532A9}" dt="2023-05-02T19:15:54.051" v="1084"/>
          <ac:spMkLst>
            <pc:docMk/>
            <pc:sldMk cId="1619160996" sldId="272"/>
            <ac:spMk id="6" creationId="{E1F43A90-5830-0977-A336-850E63D4A1B9}"/>
          </ac:spMkLst>
        </pc:spChg>
        <pc:spChg chg="add">
          <ac:chgData name="Исламов Руслан" userId="31c09606bce21947" providerId="Windows Live" clId="Web-{2D7CDE39-CB82-49B2-9507-F6D4C06532A9}" dt="2023-05-02T19:38:31.475" v="1098"/>
          <ac:spMkLst>
            <pc:docMk/>
            <pc:sldMk cId="1619160996" sldId="272"/>
            <ac:spMk id="9" creationId="{BA6285CA-6AFA-4F27-AFB5-1B32CDE09B1A}"/>
          </ac:spMkLst>
        </pc:spChg>
        <pc:spChg chg="add">
          <ac:chgData name="Исламов Руслан" userId="31c09606bce21947" providerId="Windows Live" clId="Web-{2D7CDE39-CB82-49B2-9507-F6D4C06532A9}" dt="2023-05-02T19:38:31.475" v="1098"/>
          <ac:spMkLst>
            <pc:docMk/>
            <pc:sldMk cId="1619160996" sldId="272"/>
            <ac:spMk id="11" creationId="{AF152BFE-7BA8-4007-AD9C-F4DC95E437EE}"/>
          </ac:spMkLst>
        </pc:spChg>
        <pc:spChg chg="add">
          <ac:chgData name="Исламов Руслан" userId="31c09606bce21947" providerId="Windows Live" clId="Web-{2D7CDE39-CB82-49B2-9507-F6D4C06532A9}" dt="2023-05-02T19:38:31.475" v="1098"/>
          <ac:spMkLst>
            <pc:docMk/>
            <pc:sldMk cId="1619160996" sldId="272"/>
            <ac:spMk id="13" creationId="{7BCC6446-8462-4A63-9B6F-8F57EC40F648}"/>
          </ac:spMkLst>
        </pc:spChg>
        <pc:spChg chg="add">
          <ac:chgData name="Исламов Руслан" userId="31c09606bce21947" providerId="Windows Live" clId="Web-{2D7CDE39-CB82-49B2-9507-F6D4C06532A9}" dt="2023-05-02T19:38:31.475" v="1098"/>
          <ac:spMkLst>
            <pc:docMk/>
            <pc:sldMk cId="1619160996" sldId="272"/>
            <ac:spMk id="15" creationId="{B6DE7CCF-F894-44DD-9FA3-8BD0D5CE25AD}"/>
          </ac:spMkLst>
        </pc:spChg>
        <pc:grpChg chg="add">
          <ac:chgData name="Исламов Руслан" userId="31c09606bce21947" providerId="Windows Live" clId="Web-{2D7CDE39-CB82-49B2-9507-F6D4C06532A9}" dt="2023-05-02T19:38:31.475" v="1098"/>
          <ac:grpSpMkLst>
            <pc:docMk/>
            <pc:sldMk cId="1619160996" sldId="272"/>
            <ac:grpSpMk id="17" creationId="{8118ECEF-CA6A-4CB6-BCA5-59B2DB40C4AB}"/>
          </ac:grpSpMkLst>
        </pc:grpChg>
        <pc:picChg chg="add del mod">
          <ac:chgData name="Исламов Руслан" userId="31c09606bce21947" providerId="Windows Live" clId="Web-{2D7CDE39-CB82-49B2-9507-F6D4C06532A9}" dt="2023-05-02T19:35:46.094" v="1096"/>
          <ac:picMkLst>
            <pc:docMk/>
            <pc:sldMk cId="1619160996" sldId="272"/>
            <ac:picMk id="3" creationId="{ACB95751-0425-EA17-DF53-99594D05823B}"/>
          </ac:picMkLst>
        </pc:picChg>
        <pc:picChg chg="add mod ord">
          <ac:chgData name="Исламов Руслан" userId="31c09606bce21947" providerId="Windows Live" clId="Web-{2D7CDE39-CB82-49B2-9507-F6D4C06532A9}" dt="2023-05-02T19:38:56.835" v="1102"/>
          <ac:picMkLst>
            <pc:docMk/>
            <pc:sldMk cId="1619160996" sldId="272"/>
            <ac:picMk id="4" creationId="{7338A523-3075-8EEB-4F8C-2AD141C55CE0}"/>
          </ac:picMkLst>
        </pc:picChg>
      </pc:sldChg>
      <pc:sldChg chg="addSp delSp modSp new mod setBg">
        <pc:chgData name="Исламов Руслан" userId="31c09606bce21947" providerId="Windows Live" clId="Web-{2D7CDE39-CB82-49B2-9507-F6D4C06532A9}" dt="2023-05-02T20:15:44.413" v="1133"/>
        <pc:sldMkLst>
          <pc:docMk/>
          <pc:sldMk cId="1472873370" sldId="273"/>
        </pc:sldMkLst>
        <pc:spChg chg="mod">
          <ac:chgData name="Исламов Руслан" userId="31c09606bce21947" providerId="Windows Live" clId="Web-{2D7CDE39-CB82-49B2-9507-F6D4C06532A9}" dt="2023-05-02T20:14:53.849" v="1130" actId="1076"/>
          <ac:spMkLst>
            <pc:docMk/>
            <pc:sldMk cId="1472873370" sldId="273"/>
            <ac:spMk id="2" creationId="{8322C825-9D19-505C-424A-6A59D598DA29}"/>
          </ac:spMkLst>
        </pc:spChg>
        <pc:spChg chg="del">
          <ac:chgData name="Исламов Руслан" userId="31c09606bce21947" providerId="Windows Live" clId="Web-{2D7CDE39-CB82-49B2-9507-F6D4C06532A9}" dt="2023-05-02T20:04:56.922" v="1113"/>
          <ac:spMkLst>
            <pc:docMk/>
            <pc:sldMk cId="1472873370" sldId="273"/>
            <ac:spMk id="3" creationId="{EF7901F6-B978-2728-C0A7-4A89EABB9EE5}"/>
          </ac:spMkLst>
        </pc:spChg>
        <pc:spChg chg="add del">
          <ac:chgData name="Исламов Руслан" userId="31c09606bce21947" providerId="Windows Live" clId="Web-{2D7CDE39-CB82-49B2-9507-F6D4C06532A9}" dt="2023-05-02T20:14:24.004" v="1126"/>
          <ac:spMkLst>
            <pc:docMk/>
            <pc:sldMk cId="1472873370" sldId="273"/>
            <ac:spMk id="7" creationId="{1C582B07-D0F0-4B6B-A5D9-D2F192CB3A4E}"/>
          </ac:spMkLst>
        </pc:spChg>
        <pc:spChg chg="add del">
          <ac:chgData name="Исламов Руслан" userId="31c09606bce21947" providerId="Windows Live" clId="Web-{2D7CDE39-CB82-49B2-9507-F6D4C06532A9}" dt="2023-05-02T20:14:24.004" v="1126"/>
          <ac:spMkLst>
            <pc:docMk/>
            <pc:sldMk cId="1472873370" sldId="273"/>
            <ac:spMk id="8" creationId="{5587AEBB-48BF-4699-B5C6-7D3FCCE6559D}"/>
          </ac:spMkLst>
        </pc:spChg>
        <pc:spChg chg="add del">
          <ac:chgData name="Исламов Руслан" userId="31c09606bce21947" providerId="Windows Live" clId="Web-{2D7CDE39-CB82-49B2-9507-F6D4C06532A9}" dt="2023-05-02T20:10:33.949" v="1124"/>
          <ac:spMkLst>
            <pc:docMk/>
            <pc:sldMk cId="1472873370" sldId="273"/>
            <ac:spMk id="9" creationId="{209BFF89-7225-EDFB-1301-B39CA089C17C}"/>
          </ac:spMkLst>
        </pc:spChg>
        <pc:spChg chg="add del">
          <ac:chgData name="Исламов Руслан" userId="31c09606bce21947" providerId="Windows Live" clId="Web-{2D7CDE39-CB82-49B2-9507-F6D4C06532A9}" dt="2023-05-02T20:14:24.004" v="1126"/>
          <ac:spMkLst>
            <pc:docMk/>
            <pc:sldMk cId="1472873370" sldId="273"/>
            <ac:spMk id="10" creationId="{6C94B449-E752-4FF5-83D8-57EA7CB0D70C}"/>
          </ac:spMkLst>
        </pc:spChg>
        <pc:spChg chg="add del">
          <ac:chgData name="Исламов Руслан" userId="31c09606bce21947" providerId="Windows Live" clId="Web-{2D7CDE39-CB82-49B2-9507-F6D4C06532A9}" dt="2023-05-02T20:14:24.004" v="1126"/>
          <ac:spMkLst>
            <pc:docMk/>
            <pc:sldMk cId="1472873370" sldId="273"/>
            <ac:spMk id="11" creationId="{A890253F-325A-4AC7-AF5F-06FB890E8F0E}"/>
          </ac:spMkLst>
        </pc:spChg>
        <pc:spChg chg="add del">
          <ac:chgData name="Исламов Руслан" userId="31c09606bce21947" providerId="Windows Live" clId="Web-{2D7CDE39-CB82-49B2-9507-F6D4C06532A9}" dt="2023-05-02T20:10:33.949" v="1124"/>
          <ac:spMkLst>
            <pc:docMk/>
            <pc:sldMk cId="1472873370" sldId="273"/>
            <ac:spMk id="12" creationId="{1C582B07-D0F0-4B6B-A5D9-D2F192CB3A4E}"/>
          </ac:spMkLst>
        </pc:spChg>
        <pc:spChg chg="add del">
          <ac:chgData name="Исламов Руслан" userId="31c09606bce21947" providerId="Windows Live" clId="Web-{2D7CDE39-CB82-49B2-9507-F6D4C06532A9}" dt="2023-05-02T20:10:33.949" v="1124"/>
          <ac:spMkLst>
            <pc:docMk/>
            <pc:sldMk cId="1472873370" sldId="273"/>
            <ac:spMk id="14" creationId="{8F72D77D-BB41-4C20-8D86-AFF70B9B2D43}"/>
          </ac:spMkLst>
        </pc:spChg>
        <pc:spChg chg="add del">
          <ac:chgData name="Исламов Руслан" userId="31c09606bce21947" providerId="Windows Live" clId="Web-{2D7CDE39-CB82-49B2-9507-F6D4C06532A9}" dt="2023-05-02T20:14:24.004" v="1126"/>
          <ac:spMkLst>
            <pc:docMk/>
            <pc:sldMk cId="1472873370" sldId="273"/>
            <ac:spMk id="15" creationId="{A970192C-9BBB-AC9E-D7BE-EECAEC59F728}"/>
          </ac:spMkLst>
        </pc:spChg>
        <pc:spChg chg="add del">
          <ac:chgData name="Исламов Руслан" userId="31c09606bce21947" providerId="Windows Live" clId="Web-{2D7CDE39-CB82-49B2-9507-F6D4C06532A9}" dt="2023-05-02T20:10:33.949" v="1124"/>
          <ac:spMkLst>
            <pc:docMk/>
            <pc:sldMk cId="1472873370" sldId="273"/>
            <ac:spMk id="16" creationId="{DA1A4301-6FFC-4C82-A1FA-7634D8CAA8F5}"/>
          </ac:spMkLst>
        </pc:spChg>
        <pc:spChg chg="add del">
          <ac:chgData name="Исламов Руслан" userId="31c09606bce21947" providerId="Windows Live" clId="Web-{2D7CDE39-CB82-49B2-9507-F6D4C06532A9}" dt="2023-05-02T20:10:33.949" v="1124"/>
          <ac:spMkLst>
            <pc:docMk/>
            <pc:sldMk cId="1472873370" sldId="273"/>
            <ac:spMk id="49" creationId="{A890253F-325A-4AC7-AF5F-06FB890E8F0E}"/>
          </ac:spMkLst>
        </pc:spChg>
        <pc:grpChg chg="add del">
          <ac:chgData name="Исламов Руслан" userId="31c09606bce21947" providerId="Windows Live" clId="Web-{2D7CDE39-CB82-49B2-9507-F6D4C06532A9}" dt="2023-05-02T20:10:33.949" v="1124"/>
          <ac:grpSpMkLst>
            <pc:docMk/>
            <pc:sldMk cId="1472873370" sldId="273"/>
            <ac:grpSpMk id="18" creationId="{812C99A8-2365-4691-A513-4AFB32E4A5E7}"/>
          </ac:grpSpMkLst>
        </pc:grpChg>
        <pc:grpChg chg="add del">
          <ac:chgData name="Исламов Руслан" userId="31c09606bce21947" providerId="Windows Live" clId="Web-{2D7CDE39-CB82-49B2-9507-F6D4C06532A9}" dt="2023-05-02T20:14:24.004" v="1126"/>
          <ac:grpSpMkLst>
            <pc:docMk/>
            <pc:sldMk cId="1472873370" sldId="273"/>
            <ac:grpSpMk id="20" creationId="{8323DD1D-77DE-48B2-A0A0-6265801531E5}"/>
          </ac:grpSpMkLst>
        </pc:grpChg>
        <pc:picChg chg="add mod ord">
          <ac:chgData name="Исламов Руслан" userId="31c09606bce21947" providerId="Windows Live" clId="Web-{2D7CDE39-CB82-49B2-9507-F6D4C06532A9}" dt="2023-05-02T20:14:48.458" v="1129" actId="1076"/>
          <ac:picMkLst>
            <pc:docMk/>
            <pc:sldMk cId="1472873370" sldId="273"/>
            <ac:picMk id="4" creationId="{CE8AA423-2CE7-609B-9161-4DDB7FB633D9}"/>
          </ac:picMkLst>
        </pc:picChg>
        <pc:picChg chg="add del mod">
          <ac:chgData name="Исламов Руслан" userId="31c09606bce21947" providerId="Windows Live" clId="Web-{2D7CDE39-CB82-49B2-9507-F6D4C06532A9}" dt="2023-05-02T20:15:44.413" v="1133"/>
          <ac:picMkLst>
            <pc:docMk/>
            <pc:sldMk cId="1472873370" sldId="273"/>
            <ac:picMk id="5" creationId="{27CDDD41-1B2F-DCC1-B560-1266CD0697C7}"/>
          </ac:picMkLst>
        </pc:picChg>
      </pc:sldChg>
      <pc:sldChg chg="addSp delSp modSp new del">
        <pc:chgData name="Исламов Руслан" userId="31c09606bce21947" providerId="Windows Live" clId="Web-{2D7CDE39-CB82-49B2-9507-F6D4C06532A9}" dt="2023-05-02T21:39:44.603" v="1343"/>
        <pc:sldMkLst>
          <pc:docMk/>
          <pc:sldMk cId="3775850751" sldId="274"/>
        </pc:sldMkLst>
        <pc:spChg chg="mod ord">
          <ac:chgData name="Исламов Руслан" userId="31c09606bce21947" providerId="Windows Live" clId="Web-{2D7CDE39-CB82-49B2-9507-F6D4C06532A9}" dt="2023-05-02T21:38:37.679" v="1332"/>
          <ac:spMkLst>
            <pc:docMk/>
            <pc:sldMk cId="3775850751" sldId="274"/>
            <ac:spMk id="2" creationId="{77857836-8B38-D4A0-06AB-B22F541C8C72}"/>
          </ac:spMkLst>
        </pc:spChg>
        <pc:spChg chg="del mod">
          <ac:chgData name="Исламов Руслан" userId="31c09606bce21947" providerId="Windows Live" clId="Web-{2D7CDE39-CB82-49B2-9507-F6D4C06532A9}" dt="2023-05-02T21:36:00.360" v="1269"/>
          <ac:spMkLst>
            <pc:docMk/>
            <pc:sldMk cId="3775850751" sldId="274"/>
            <ac:spMk id="3" creationId="{82A831EF-E45A-99EC-1D87-EAA4390E6ED0}"/>
          </ac:spMkLst>
        </pc:spChg>
        <pc:spChg chg="add mod ord">
          <ac:chgData name="Исламов Руслан" userId="31c09606bce21947" providerId="Windows Live" clId="Web-{2D7CDE39-CB82-49B2-9507-F6D4C06532A9}" dt="2023-05-02T21:38:37.694" v="1333"/>
          <ac:spMkLst>
            <pc:docMk/>
            <pc:sldMk cId="3775850751" sldId="274"/>
            <ac:spMk id="4" creationId="{95B5B58F-814C-9969-F80B-FC8A71DA0298}"/>
          </ac:spMkLst>
        </pc:spChg>
        <pc:spChg chg="add del mod">
          <ac:chgData name="Исламов Руслан" userId="31c09606bce21947" providerId="Windows Live" clId="Web-{2D7CDE39-CB82-49B2-9507-F6D4C06532A9}" dt="2023-05-02T21:37:00.597" v="1285"/>
          <ac:spMkLst>
            <pc:docMk/>
            <pc:sldMk cId="3775850751" sldId="274"/>
            <ac:spMk id="6" creationId="{5D75BD5C-D912-0358-FBDB-FEDDD2759101}"/>
          </ac:spMkLst>
        </pc:spChg>
        <pc:spChg chg="add del mod">
          <ac:chgData name="Исламов Руслан" userId="31c09606bce21947" providerId="Windows Live" clId="Web-{2D7CDE39-CB82-49B2-9507-F6D4C06532A9}" dt="2023-05-02T21:37:09.519" v="1287"/>
          <ac:spMkLst>
            <pc:docMk/>
            <pc:sldMk cId="3775850751" sldId="274"/>
            <ac:spMk id="7" creationId="{E092D7AF-67EF-EC15-4A89-147E9FDEC6E5}"/>
          </ac:spMkLst>
        </pc:spChg>
        <pc:spChg chg="add mod ord">
          <ac:chgData name="Исламов Руслан" userId="31c09606bce21947" providerId="Windows Live" clId="Web-{2D7CDE39-CB82-49B2-9507-F6D4C06532A9}" dt="2023-05-02T21:38:37.726" v="1334"/>
          <ac:spMkLst>
            <pc:docMk/>
            <pc:sldMk cId="3775850751" sldId="274"/>
            <ac:spMk id="8" creationId="{E30AF45C-1885-D0FC-A3A6-8B35A0250941}"/>
          </ac:spMkLst>
        </pc:spChg>
        <pc:spChg chg="add">
          <ac:chgData name="Исламов Руслан" userId="31c09606bce21947" providerId="Windows Live" clId="Web-{2D7CDE39-CB82-49B2-9507-F6D4C06532A9}" dt="2023-05-02T21:38:24.303" v="1323"/>
          <ac:spMkLst>
            <pc:docMk/>
            <pc:sldMk cId="3775850751" sldId="274"/>
            <ac:spMk id="10" creationId="{D3BBC6DA-EC9A-47A0-2E83-F6B722D241E4}"/>
          </ac:spMkLst>
        </pc:spChg>
        <pc:spChg chg="add">
          <ac:chgData name="Исламов Руслан" userId="31c09606bce21947" providerId="Windows Live" clId="Web-{2D7CDE39-CB82-49B2-9507-F6D4C06532A9}" dt="2023-05-02T21:38:24.319" v="1324"/>
          <ac:spMkLst>
            <pc:docMk/>
            <pc:sldMk cId="3775850751" sldId="274"/>
            <ac:spMk id="12" creationId="{D420CA7F-E776-17BD-E91D-CDDB0B26517E}"/>
          </ac:spMkLst>
        </pc:spChg>
        <pc:spChg chg="add">
          <ac:chgData name="Исламов Руслан" userId="31c09606bce21947" providerId="Windows Live" clId="Web-{2D7CDE39-CB82-49B2-9507-F6D4C06532A9}" dt="2023-05-02T21:38:24.335" v="1325"/>
          <ac:spMkLst>
            <pc:docMk/>
            <pc:sldMk cId="3775850751" sldId="274"/>
            <ac:spMk id="14" creationId="{539B0E4F-A238-026E-D06E-625592EDE074}"/>
          </ac:spMkLst>
        </pc:spChg>
        <pc:spChg chg="add">
          <ac:chgData name="Исламов Руслан" userId="31c09606bce21947" providerId="Windows Live" clId="Web-{2D7CDE39-CB82-49B2-9507-F6D4C06532A9}" dt="2023-05-02T21:38:24.350" v="1326"/>
          <ac:spMkLst>
            <pc:docMk/>
            <pc:sldMk cId="3775850751" sldId="274"/>
            <ac:spMk id="16" creationId="{C62A5617-AD10-C35E-A77D-5388BFB90D62}"/>
          </ac:spMkLst>
        </pc:spChg>
        <pc:spChg chg="add">
          <ac:chgData name="Исламов Руслан" userId="31c09606bce21947" providerId="Windows Live" clId="Web-{2D7CDE39-CB82-49B2-9507-F6D4C06532A9}" dt="2023-05-02T21:38:24.366" v="1327"/>
          <ac:spMkLst>
            <pc:docMk/>
            <pc:sldMk cId="3775850751" sldId="274"/>
            <ac:spMk id="18" creationId="{D47FD2C6-B7D2-6C5E-C54F-831D3B841410}"/>
          </ac:spMkLst>
        </pc:spChg>
        <pc:grpChg chg="add">
          <ac:chgData name="Исламов Руслан" userId="31c09606bce21947" providerId="Windows Live" clId="Web-{2D7CDE39-CB82-49B2-9507-F6D4C06532A9}" dt="2023-05-02T21:38:24.413" v="1328"/>
          <ac:grpSpMkLst>
            <pc:docMk/>
            <pc:sldMk cId="3775850751" sldId="274"/>
            <ac:grpSpMk id="49" creationId="{71E69410-6E71-2137-5CCC-EF752E93B1CB}"/>
          </ac:grpSpMkLst>
        </pc:grpChg>
      </pc:sldChg>
      <pc:sldChg chg="addSp delSp modSp add replId">
        <pc:chgData name="Исламов Руслан" userId="31c09606bce21947" providerId="Windows Live" clId="Web-{2D7CDE39-CB82-49B2-9507-F6D4C06532A9}" dt="2023-05-02T21:39:53.557" v="1345" actId="1076"/>
        <pc:sldMkLst>
          <pc:docMk/>
          <pc:sldMk cId="1472485073" sldId="275"/>
        </pc:sldMkLst>
        <pc:spChg chg="add mod">
          <ac:chgData name="Исламов Руслан" userId="31c09606bce21947" providerId="Windows Live" clId="Web-{2D7CDE39-CB82-49B2-9507-F6D4C06532A9}" dt="2023-05-02T21:39:53.557" v="1345" actId="1076"/>
          <ac:spMkLst>
            <pc:docMk/>
            <pc:sldMk cId="1472485073" sldId="275"/>
            <ac:spMk id="3" creationId="{05649019-3202-258D-8478-3E0694E90765}"/>
          </ac:spMkLst>
        </pc:spChg>
        <pc:spChg chg="add">
          <ac:chgData name="Исламов Руслан" userId="31c09606bce21947" providerId="Windows Live" clId="Web-{2D7CDE39-CB82-49B2-9507-F6D4C06532A9}" dt="2023-05-02T21:39:40.228" v="1341"/>
          <ac:spMkLst>
            <pc:docMk/>
            <pc:sldMk cId="1472485073" sldId="275"/>
            <ac:spMk id="5" creationId="{C06CCEB5-BAF5-2D60-1001-E7C06CBB2680}"/>
          </ac:spMkLst>
        </pc:spChg>
        <pc:spChg chg="add">
          <ac:chgData name="Исламов Руслан" userId="31c09606bce21947" providerId="Windows Live" clId="Web-{2D7CDE39-CB82-49B2-9507-F6D4C06532A9}" dt="2023-05-02T21:39:40.259" v="1342"/>
          <ac:spMkLst>
            <pc:docMk/>
            <pc:sldMk cId="1472485073" sldId="275"/>
            <ac:spMk id="7" creationId="{4D97FED6-8ADA-2968-AB66-39872678B7B7}"/>
          </ac:spMkLst>
        </pc:spChg>
        <pc:spChg chg="add del">
          <ac:chgData name="Исламов Руслан" userId="31c09606bce21947" providerId="Windows Live" clId="Web-{2D7CDE39-CB82-49B2-9507-F6D4C06532A9}" dt="2023-05-02T21:38:09.615" v="1312"/>
          <ac:spMkLst>
            <pc:docMk/>
            <pc:sldMk cId="1472485073" sldId="275"/>
            <ac:spMk id="8" creationId="{BA6285CA-6AFA-4F27-AFB5-1B32CDE09B1A}"/>
          </ac:spMkLst>
        </pc:spChg>
        <pc:spChg chg="add del">
          <ac:chgData name="Исламов Руслан" userId="31c09606bce21947" providerId="Windows Live" clId="Web-{2D7CDE39-CB82-49B2-9507-F6D4C06532A9}" dt="2023-05-02T21:38:09.615" v="1313"/>
          <ac:spMkLst>
            <pc:docMk/>
            <pc:sldMk cId="1472485073" sldId="275"/>
            <ac:spMk id="10" creationId="{7F7C084A-330C-4243-AD92-F98B226F06BC}"/>
          </ac:spMkLst>
        </pc:spChg>
        <pc:spChg chg="add del">
          <ac:chgData name="Исламов Руслан" userId="31c09606bce21947" providerId="Windows Live" clId="Web-{2D7CDE39-CB82-49B2-9507-F6D4C06532A9}" dt="2023-05-02T21:38:09.615" v="1314"/>
          <ac:spMkLst>
            <pc:docMk/>
            <pc:sldMk cId="1472485073" sldId="275"/>
            <ac:spMk id="12" creationId="{7F19A9C0-8335-4ABB-91B6-396031712693}"/>
          </ac:spMkLst>
        </pc:spChg>
        <pc:spChg chg="add del">
          <ac:chgData name="Исламов Руслан" userId="31c09606bce21947" providerId="Windows Live" clId="Web-{2D7CDE39-CB82-49B2-9507-F6D4C06532A9}" dt="2023-05-02T21:38:09.615" v="1315"/>
          <ac:spMkLst>
            <pc:docMk/>
            <pc:sldMk cId="1472485073" sldId="275"/>
            <ac:spMk id="14" creationId="{7BCC6446-8462-4A63-9B6F-8F57EC40F648}"/>
          </ac:spMkLst>
        </pc:spChg>
        <pc:spChg chg="add del">
          <ac:chgData name="Исламов Руслан" userId="31c09606bce21947" providerId="Windows Live" clId="Web-{2D7CDE39-CB82-49B2-9507-F6D4C06532A9}" dt="2023-05-02T21:38:09.615" v="1316"/>
          <ac:spMkLst>
            <pc:docMk/>
            <pc:sldMk cId="1472485073" sldId="275"/>
            <ac:spMk id="16" creationId="{3BA1208A-FAFD-4827-BF3E-A6B16CA01D56}"/>
          </ac:spMkLst>
        </pc:spChg>
        <pc:spChg chg="add del">
          <ac:chgData name="Исламов Руслан" userId="31c09606bce21947" providerId="Windows Live" clId="Web-{2D7CDE39-CB82-49B2-9507-F6D4C06532A9}" dt="2023-05-02T21:39:17.571" v="1339"/>
          <ac:spMkLst>
            <pc:docMk/>
            <pc:sldMk cId="1472485073" sldId="275"/>
            <ac:spMk id="53" creationId="{D31585BD-8C7D-81C0-5725-6D413256A229}"/>
          </ac:spMkLst>
        </pc:spChg>
        <pc:spChg chg="add del">
          <ac:chgData name="Исламов Руслан" userId="31c09606bce21947" providerId="Windows Live" clId="Web-{2D7CDE39-CB82-49B2-9507-F6D4C06532A9}" dt="2023-05-02T21:39:17.571" v="1338"/>
          <ac:spMkLst>
            <pc:docMk/>
            <pc:sldMk cId="1472485073" sldId="275"/>
            <ac:spMk id="55" creationId="{AA7FF815-EE19-5C13-1036-51BFF5896934}"/>
          </ac:spMkLst>
        </pc:spChg>
        <pc:spChg chg="add del">
          <ac:chgData name="Исламов Руслан" userId="31c09606bce21947" providerId="Windows Live" clId="Web-{2D7CDE39-CB82-49B2-9507-F6D4C06532A9}" dt="2023-05-02T21:39:17.571" v="1337"/>
          <ac:spMkLst>
            <pc:docMk/>
            <pc:sldMk cId="1472485073" sldId="275"/>
            <ac:spMk id="57" creationId="{E79D0883-29F6-3574-6CD2-864387E5578F}"/>
          </ac:spMkLst>
        </pc:spChg>
        <pc:spChg chg="add del">
          <ac:chgData name="Исламов Руслан" userId="31c09606bce21947" providerId="Windows Live" clId="Web-{2D7CDE39-CB82-49B2-9507-F6D4C06532A9}" dt="2023-05-02T21:39:17.571" v="1336"/>
          <ac:spMkLst>
            <pc:docMk/>
            <pc:sldMk cId="1472485073" sldId="275"/>
            <ac:spMk id="59" creationId="{F9D94CE4-CA1A-20D3-B7C0-51A7F7D39806}"/>
          </ac:spMkLst>
        </pc:spChg>
        <pc:spChg chg="add del">
          <ac:chgData name="Исламов Руслан" userId="31c09606bce21947" providerId="Windows Live" clId="Web-{2D7CDE39-CB82-49B2-9507-F6D4C06532A9}" dt="2023-05-02T21:39:17.571" v="1335"/>
          <ac:spMkLst>
            <pc:docMk/>
            <pc:sldMk cId="1472485073" sldId="275"/>
            <ac:spMk id="61" creationId="{A8FD5068-922E-7C7E-9BD6-9BF9B3724E20}"/>
          </ac:spMkLst>
        </pc:spChg>
        <pc:grpChg chg="add del">
          <ac:chgData name="Исламов Руслан" userId="31c09606bce21947" providerId="Windows Live" clId="Web-{2D7CDE39-CB82-49B2-9507-F6D4C06532A9}" dt="2023-05-02T21:38:09.615" v="1317"/>
          <ac:grpSpMkLst>
            <pc:docMk/>
            <pc:sldMk cId="1472485073" sldId="275"/>
            <ac:grpSpMk id="18" creationId="{8118ECEF-CA6A-4CB6-BCA5-59B2DB40C4AB}"/>
          </ac:grpSpMkLst>
        </pc:grpChg>
      </pc:sldChg>
      <pc:sldChg chg="addSp delSp modSp new">
        <pc:chgData name="Исламов Руслан" userId="31c09606bce21947" providerId="Windows Live" clId="Web-{2D7CDE39-CB82-49B2-9507-F6D4C06532A9}" dt="2023-05-02T21:52:04.257" v="1525"/>
        <pc:sldMkLst>
          <pc:docMk/>
          <pc:sldMk cId="796406950" sldId="276"/>
        </pc:sldMkLst>
        <pc:spChg chg="mod">
          <ac:chgData name="Исламов Руслан" userId="31c09606bce21947" providerId="Windows Live" clId="Web-{2D7CDE39-CB82-49B2-9507-F6D4C06532A9}" dt="2023-05-02T21:40:59.169" v="1363" actId="20577"/>
          <ac:spMkLst>
            <pc:docMk/>
            <pc:sldMk cId="796406950" sldId="276"/>
            <ac:spMk id="2" creationId="{4521D6FC-CA67-9F66-94A8-BD73EB69E445}"/>
          </ac:spMkLst>
        </pc:spChg>
        <pc:spChg chg="del mod">
          <ac:chgData name="Исламов Руслан" userId="31c09606bce21947" providerId="Windows Live" clId="Web-{2D7CDE39-CB82-49B2-9507-F6D4C06532A9}" dt="2023-05-02T21:47:14.449" v="1437"/>
          <ac:spMkLst>
            <pc:docMk/>
            <pc:sldMk cId="796406950" sldId="276"/>
            <ac:spMk id="3" creationId="{1D71E6E0-D71E-8544-5BEB-1FA6D3D615B7}"/>
          </ac:spMkLst>
        </pc:spChg>
        <pc:graphicFrameChg chg="add mod modGraphic">
          <ac:chgData name="Исламов Руслан" userId="31c09606bce21947" providerId="Windows Live" clId="Web-{2D7CDE39-CB82-49B2-9507-F6D4C06532A9}" dt="2023-05-02T21:51:06.333" v="1484"/>
          <ac:graphicFrameMkLst>
            <pc:docMk/>
            <pc:sldMk cId="796406950" sldId="276"/>
            <ac:graphicFrameMk id="4" creationId="{5500003C-BC48-EB13-7462-42691526B440}"/>
          </ac:graphicFrameMkLst>
        </pc:graphicFrameChg>
        <pc:graphicFrameChg chg="add mod modGraphic">
          <ac:chgData name="Исламов Руслан" userId="31c09606bce21947" providerId="Windows Live" clId="Web-{2D7CDE39-CB82-49B2-9507-F6D4C06532A9}" dt="2023-05-02T21:52:04.257" v="1525"/>
          <ac:graphicFrameMkLst>
            <pc:docMk/>
            <pc:sldMk cId="796406950" sldId="276"/>
            <ac:graphicFrameMk id="5" creationId="{5AD12526-E7E6-C226-F0D6-B1D3044794EA}"/>
          </ac:graphicFrameMkLst>
        </pc:graphicFrameChg>
      </pc:sldChg>
      <pc:sldChg chg="addSp modSp new mod setBg">
        <pc:chgData name="Исламов Руслан" userId="31c09606bce21947" providerId="Windows Live" clId="Web-{2D7CDE39-CB82-49B2-9507-F6D4C06532A9}" dt="2023-05-02T21:59:46.431" v="1627" actId="1076"/>
        <pc:sldMkLst>
          <pc:docMk/>
          <pc:sldMk cId="2798945782" sldId="277"/>
        </pc:sldMkLst>
        <pc:spChg chg="mod">
          <ac:chgData name="Исламов Руслан" userId="31c09606bce21947" providerId="Windows Live" clId="Web-{2D7CDE39-CB82-49B2-9507-F6D4C06532A9}" dt="2023-05-02T21:59:20.696" v="1621"/>
          <ac:spMkLst>
            <pc:docMk/>
            <pc:sldMk cId="2798945782" sldId="277"/>
            <ac:spMk id="2" creationId="{B29120D3-1E4F-9793-4F8D-32EE5A67FBA9}"/>
          </ac:spMkLst>
        </pc:spChg>
        <pc:spChg chg="mod">
          <ac:chgData name="Исламов Руслан" userId="31c09606bce21947" providerId="Windows Live" clId="Web-{2D7CDE39-CB82-49B2-9507-F6D4C06532A9}" dt="2023-05-02T21:59:20.696" v="1621"/>
          <ac:spMkLst>
            <pc:docMk/>
            <pc:sldMk cId="2798945782" sldId="277"/>
            <ac:spMk id="3" creationId="{923E32D8-7B8C-B601-6392-BEE399785ABB}"/>
          </ac:spMkLst>
        </pc:spChg>
        <pc:spChg chg="add">
          <ac:chgData name="Исламов Руслан" userId="31c09606bce21947" providerId="Windows Live" clId="Web-{2D7CDE39-CB82-49B2-9507-F6D4C06532A9}" dt="2023-05-02T21:59:20.696" v="1621"/>
          <ac:spMkLst>
            <pc:docMk/>
            <pc:sldMk cId="2798945782" sldId="277"/>
            <ac:spMk id="9" creationId="{BA6285CA-6AFA-4F27-AFB5-1B32CDE09B1A}"/>
          </ac:spMkLst>
        </pc:spChg>
        <pc:spChg chg="add">
          <ac:chgData name="Исламов Руслан" userId="31c09606bce21947" providerId="Windows Live" clId="Web-{2D7CDE39-CB82-49B2-9507-F6D4C06532A9}" dt="2023-05-02T21:59:20.696" v="1621"/>
          <ac:spMkLst>
            <pc:docMk/>
            <pc:sldMk cId="2798945782" sldId="277"/>
            <ac:spMk id="11" creationId="{AF152BFE-7BA8-4007-AD9C-F4DC95E437EE}"/>
          </ac:spMkLst>
        </pc:spChg>
        <pc:spChg chg="add">
          <ac:chgData name="Исламов Руслан" userId="31c09606bce21947" providerId="Windows Live" clId="Web-{2D7CDE39-CB82-49B2-9507-F6D4C06532A9}" dt="2023-05-02T21:59:20.696" v="1621"/>
          <ac:spMkLst>
            <pc:docMk/>
            <pc:sldMk cId="2798945782" sldId="277"/>
            <ac:spMk id="13" creationId="{7BCC6446-8462-4A63-9B6F-8F57EC40F648}"/>
          </ac:spMkLst>
        </pc:spChg>
        <pc:spChg chg="add">
          <ac:chgData name="Исламов Руслан" userId="31c09606bce21947" providerId="Windows Live" clId="Web-{2D7CDE39-CB82-49B2-9507-F6D4C06532A9}" dt="2023-05-02T21:59:20.696" v="1621"/>
          <ac:spMkLst>
            <pc:docMk/>
            <pc:sldMk cId="2798945782" sldId="277"/>
            <ac:spMk id="15" creationId="{B6DE7CCF-F894-44DD-9FA3-8BD0D5CE25AD}"/>
          </ac:spMkLst>
        </pc:spChg>
        <pc:grpChg chg="add">
          <ac:chgData name="Исламов Руслан" userId="31c09606bce21947" providerId="Windows Live" clId="Web-{2D7CDE39-CB82-49B2-9507-F6D4C06532A9}" dt="2023-05-02T21:59:20.696" v="1621"/>
          <ac:grpSpMkLst>
            <pc:docMk/>
            <pc:sldMk cId="2798945782" sldId="277"/>
            <ac:grpSpMk id="17" creationId="{8118ECEF-CA6A-4CB6-BCA5-59B2DB40C4AB}"/>
          </ac:grpSpMkLst>
        </pc:grpChg>
        <pc:picChg chg="add mod">
          <ac:chgData name="Исламов Руслан" userId="31c09606bce21947" providerId="Windows Live" clId="Web-{2D7CDE39-CB82-49B2-9507-F6D4C06532A9}" dt="2023-05-02T21:59:46.431" v="1627" actId="1076"/>
          <ac:picMkLst>
            <pc:docMk/>
            <pc:sldMk cId="2798945782" sldId="277"/>
            <ac:picMk id="4" creationId="{5842021B-4F3F-A92A-162F-E7CE30A1868C}"/>
          </ac:picMkLst>
        </pc:picChg>
      </pc:sldChg>
      <pc:sldMasterChg chg="add del addSldLayout delSldLayout">
        <pc:chgData name="Исламов Руслан" userId="31c09606bce21947" providerId="Windows Live" clId="Web-{2D7CDE39-CB82-49B2-9507-F6D4C06532A9}" dt="2023-05-02T15:07:43.892" v="6"/>
        <pc:sldMasterMkLst>
          <pc:docMk/>
          <pc:sldMasterMk cId="1491924585" sldId="2147483734"/>
        </pc:sldMasterMkLst>
        <pc:sldLayoutChg chg="add del">
          <pc:chgData name="Исламов Руслан" userId="31c09606bce21947" providerId="Windows Live" clId="Web-{2D7CDE39-CB82-49B2-9507-F6D4C06532A9}" dt="2023-05-02T15:07:43.892" v="6"/>
          <pc:sldLayoutMkLst>
            <pc:docMk/>
            <pc:sldMasterMk cId="1491924585" sldId="2147483734"/>
            <pc:sldLayoutMk cId="2086445252" sldId="2147483723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7:43.892" v="6"/>
          <pc:sldLayoutMkLst>
            <pc:docMk/>
            <pc:sldMasterMk cId="1491924585" sldId="2147483734"/>
            <pc:sldLayoutMk cId="1360994100" sldId="2147483724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7:43.892" v="6"/>
          <pc:sldLayoutMkLst>
            <pc:docMk/>
            <pc:sldMasterMk cId="1491924585" sldId="2147483734"/>
            <pc:sldLayoutMk cId="2582443082" sldId="2147483725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7:43.892" v="6"/>
          <pc:sldLayoutMkLst>
            <pc:docMk/>
            <pc:sldMasterMk cId="1491924585" sldId="2147483734"/>
            <pc:sldLayoutMk cId="3666266083" sldId="2147483726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7:43.892" v="6"/>
          <pc:sldLayoutMkLst>
            <pc:docMk/>
            <pc:sldMasterMk cId="1491924585" sldId="2147483734"/>
            <pc:sldLayoutMk cId="1629634644" sldId="2147483727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7:43.892" v="6"/>
          <pc:sldLayoutMkLst>
            <pc:docMk/>
            <pc:sldMasterMk cId="1491924585" sldId="2147483734"/>
            <pc:sldLayoutMk cId="941678597" sldId="2147483728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7:43.892" v="6"/>
          <pc:sldLayoutMkLst>
            <pc:docMk/>
            <pc:sldMasterMk cId="1491924585" sldId="2147483734"/>
            <pc:sldLayoutMk cId="1039622419" sldId="2147483729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7:43.892" v="6"/>
          <pc:sldLayoutMkLst>
            <pc:docMk/>
            <pc:sldMasterMk cId="1491924585" sldId="2147483734"/>
            <pc:sldLayoutMk cId="8334715" sldId="2147483730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7:43.892" v="6"/>
          <pc:sldLayoutMkLst>
            <pc:docMk/>
            <pc:sldMasterMk cId="1491924585" sldId="2147483734"/>
            <pc:sldLayoutMk cId="1767404909" sldId="2147483731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7:43.892" v="6"/>
          <pc:sldLayoutMkLst>
            <pc:docMk/>
            <pc:sldMasterMk cId="1491924585" sldId="2147483734"/>
            <pc:sldLayoutMk cId="690325787" sldId="2147483732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7:43.892" v="6"/>
          <pc:sldLayoutMkLst>
            <pc:docMk/>
            <pc:sldMasterMk cId="1491924585" sldId="2147483734"/>
            <pc:sldLayoutMk cId="295923417" sldId="2147483733"/>
          </pc:sldLayoutMkLst>
        </pc:sldLayoutChg>
      </pc:sldMasterChg>
      <pc:sldMasterChg chg="add del addSldLayout delSldLayout">
        <pc:chgData name="Исламов Руслан" userId="31c09606bce21947" providerId="Windows Live" clId="Web-{2D7CDE39-CB82-49B2-9507-F6D4C06532A9}" dt="2023-05-02T15:04:42.728" v="1"/>
        <pc:sldMasterMkLst>
          <pc:docMk/>
          <pc:sldMasterMk cId="2914274535" sldId="2147483735"/>
        </pc:sldMasterMkLst>
        <pc:sldLayoutChg chg="add del">
          <pc:chgData name="Исламов Руслан" userId="31c09606bce21947" providerId="Windows Live" clId="Web-{2D7CDE39-CB82-49B2-9507-F6D4C06532A9}" dt="2023-05-02T15:04:42.728" v="1"/>
          <pc:sldLayoutMkLst>
            <pc:docMk/>
            <pc:sldMasterMk cId="2914274535" sldId="2147483735"/>
            <pc:sldLayoutMk cId="731487929" sldId="2147483736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4:42.728" v="1"/>
          <pc:sldLayoutMkLst>
            <pc:docMk/>
            <pc:sldMasterMk cId="2914274535" sldId="2147483735"/>
            <pc:sldLayoutMk cId="538607638" sldId="2147483737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4:42.728" v="1"/>
          <pc:sldLayoutMkLst>
            <pc:docMk/>
            <pc:sldMasterMk cId="2914274535" sldId="2147483735"/>
            <pc:sldLayoutMk cId="3099814364" sldId="2147483738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4:42.728" v="1"/>
          <pc:sldLayoutMkLst>
            <pc:docMk/>
            <pc:sldMasterMk cId="2914274535" sldId="2147483735"/>
            <pc:sldLayoutMk cId="2791350990" sldId="2147483739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4:42.728" v="1"/>
          <pc:sldLayoutMkLst>
            <pc:docMk/>
            <pc:sldMasterMk cId="2914274535" sldId="2147483735"/>
            <pc:sldLayoutMk cId="4187268703" sldId="2147483740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4:42.728" v="1"/>
          <pc:sldLayoutMkLst>
            <pc:docMk/>
            <pc:sldMasterMk cId="2914274535" sldId="2147483735"/>
            <pc:sldLayoutMk cId="1177555560" sldId="2147483741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4:42.728" v="1"/>
          <pc:sldLayoutMkLst>
            <pc:docMk/>
            <pc:sldMasterMk cId="2914274535" sldId="2147483735"/>
            <pc:sldLayoutMk cId="562509496" sldId="2147483742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4:42.728" v="1"/>
          <pc:sldLayoutMkLst>
            <pc:docMk/>
            <pc:sldMasterMk cId="2914274535" sldId="2147483735"/>
            <pc:sldLayoutMk cId="3894578161" sldId="2147483743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4:42.728" v="1"/>
          <pc:sldLayoutMkLst>
            <pc:docMk/>
            <pc:sldMasterMk cId="2914274535" sldId="2147483735"/>
            <pc:sldLayoutMk cId="2835014029" sldId="2147483744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4:42.728" v="1"/>
          <pc:sldLayoutMkLst>
            <pc:docMk/>
            <pc:sldMasterMk cId="2914274535" sldId="2147483735"/>
            <pc:sldLayoutMk cId="1250589683" sldId="2147483745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4:42.728" v="1"/>
          <pc:sldLayoutMkLst>
            <pc:docMk/>
            <pc:sldMasterMk cId="2914274535" sldId="2147483735"/>
            <pc:sldLayoutMk cId="2102164810" sldId="2147483746"/>
          </pc:sldLayoutMkLst>
        </pc:sldLayoutChg>
      </pc:sldMasterChg>
      <pc:sldMasterChg chg="add del addSldLayout delSldLayout">
        <pc:chgData name="Исламов Руслан" userId="31c09606bce21947" providerId="Windows Live" clId="Web-{2D7CDE39-CB82-49B2-9507-F6D4C06532A9}" dt="2023-05-02T15:07:43.704" v="5"/>
        <pc:sldMasterMkLst>
          <pc:docMk/>
          <pc:sldMasterMk cId="194695861" sldId="2147483758"/>
        </pc:sldMasterMkLst>
        <pc:sldLayoutChg chg="add del">
          <pc:chgData name="Исламов Руслан" userId="31c09606bce21947" providerId="Windows Live" clId="Web-{2D7CDE39-CB82-49B2-9507-F6D4C06532A9}" dt="2023-05-02T15:07:43.704" v="5"/>
          <pc:sldLayoutMkLst>
            <pc:docMk/>
            <pc:sldMasterMk cId="194695861" sldId="2147483758"/>
            <pc:sldLayoutMk cId="1216454540" sldId="2147483747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7:43.704" v="5"/>
          <pc:sldLayoutMkLst>
            <pc:docMk/>
            <pc:sldMasterMk cId="194695861" sldId="2147483758"/>
            <pc:sldLayoutMk cId="1952406529" sldId="2147483748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7:43.704" v="5"/>
          <pc:sldLayoutMkLst>
            <pc:docMk/>
            <pc:sldMasterMk cId="194695861" sldId="2147483758"/>
            <pc:sldLayoutMk cId="2518549450" sldId="2147483749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7:43.704" v="5"/>
          <pc:sldLayoutMkLst>
            <pc:docMk/>
            <pc:sldMasterMk cId="194695861" sldId="2147483758"/>
            <pc:sldLayoutMk cId="1501740932" sldId="2147483750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7:43.704" v="5"/>
          <pc:sldLayoutMkLst>
            <pc:docMk/>
            <pc:sldMasterMk cId="194695861" sldId="2147483758"/>
            <pc:sldLayoutMk cId="2806741915" sldId="2147483751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7:43.704" v="5"/>
          <pc:sldLayoutMkLst>
            <pc:docMk/>
            <pc:sldMasterMk cId="194695861" sldId="2147483758"/>
            <pc:sldLayoutMk cId="1011641077" sldId="2147483752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7:43.704" v="5"/>
          <pc:sldLayoutMkLst>
            <pc:docMk/>
            <pc:sldMasterMk cId="194695861" sldId="2147483758"/>
            <pc:sldLayoutMk cId="4273660910" sldId="2147483753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7:43.704" v="5"/>
          <pc:sldLayoutMkLst>
            <pc:docMk/>
            <pc:sldMasterMk cId="194695861" sldId="2147483758"/>
            <pc:sldLayoutMk cId="1920032774" sldId="2147483754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7:43.704" v="5"/>
          <pc:sldLayoutMkLst>
            <pc:docMk/>
            <pc:sldMasterMk cId="194695861" sldId="2147483758"/>
            <pc:sldLayoutMk cId="615308682" sldId="2147483755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7:43.704" v="5"/>
          <pc:sldLayoutMkLst>
            <pc:docMk/>
            <pc:sldMasterMk cId="194695861" sldId="2147483758"/>
            <pc:sldLayoutMk cId="1661863156" sldId="2147483756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7:43.704" v="5"/>
          <pc:sldLayoutMkLst>
            <pc:docMk/>
            <pc:sldMasterMk cId="194695861" sldId="2147483758"/>
            <pc:sldLayoutMk cId="221578079" sldId="2147483757"/>
          </pc:sldLayoutMkLst>
        </pc:sldLayoutChg>
      </pc:sldMasterChg>
      <pc:sldMasterChg chg="add del addSldLayout delSldLayout">
        <pc:chgData name="Исламов Руслан" userId="31c09606bce21947" providerId="Windows Live" clId="Web-{2D7CDE39-CB82-49B2-9507-F6D4C06532A9}" dt="2023-05-02T15:04:58.651" v="3"/>
        <pc:sldMasterMkLst>
          <pc:docMk/>
          <pc:sldMasterMk cId="478686110" sldId="2147483797"/>
        </pc:sldMasterMkLst>
        <pc:sldLayoutChg chg="add del">
          <pc:chgData name="Исламов Руслан" userId="31c09606bce21947" providerId="Windows Live" clId="Web-{2D7CDE39-CB82-49B2-9507-F6D4C06532A9}" dt="2023-05-02T15:04:58.651" v="3"/>
          <pc:sldLayoutMkLst>
            <pc:docMk/>
            <pc:sldMasterMk cId="478686110" sldId="2147483797"/>
            <pc:sldLayoutMk cId="3886268540" sldId="2147483786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4:58.651" v="3"/>
          <pc:sldLayoutMkLst>
            <pc:docMk/>
            <pc:sldMasterMk cId="478686110" sldId="2147483797"/>
            <pc:sldLayoutMk cId="3391417025" sldId="2147483787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4:58.651" v="3"/>
          <pc:sldLayoutMkLst>
            <pc:docMk/>
            <pc:sldMasterMk cId="478686110" sldId="2147483797"/>
            <pc:sldLayoutMk cId="1670829205" sldId="2147483788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4:58.651" v="3"/>
          <pc:sldLayoutMkLst>
            <pc:docMk/>
            <pc:sldMasterMk cId="478686110" sldId="2147483797"/>
            <pc:sldLayoutMk cId="3653807463" sldId="2147483789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4:58.651" v="3"/>
          <pc:sldLayoutMkLst>
            <pc:docMk/>
            <pc:sldMasterMk cId="478686110" sldId="2147483797"/>
            <pc:sldLayoutMk cId="836537902" sldId="2147483790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4:58.651" v="3"/>
          <pc:sldLayoutMkLst>
            <pc:docMk/>
            <pc:sldMasterMk cId="478686110" sldId="2147483797"/>
            <pc:sldLayoutMk cId="2584837261" sldId="2147483791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4:58.651" v="3"/>
          <pc:sldLayoutMkLst>
            <pc:docMk/>
            <pc:sldMasterMk cId="478686110" sldId="2147483797"/>
            <pc:sldLayoutMk cId="3124561303" sldId="2147483792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4:58.651" v="3"/>
          <pc:sldLayoutMkLst>
            <pc:docMk/>
            <pc:sldMasterMk cId="478686110" sldId="2147483797"/>
            <pc:sldLayoutMk cId="2536490087" sldId="2147483793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4:58.651" v="3"/>
          <pc:sldLayoutMkLst>
            <pc:docMk/>
            <pc:sldMasterMk cId="478686110" sldId="2147483797"/>
            <pc:sldLayoutMk cId="905904339" sldId="2147483794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4:58.651" v="3"/>
          <pc:sldLayoutMkLst>
            <pc:docMk/>
            <pc:sldMasterMk cId="478686110" sldId="2147483797"/>
            <pc:sldLayoutMk cId="3430482119" sldId="2147483795"/>
          </pc:sldLayoutMkLst>
        </pc:sldLayoutChg>
        <pc:sldLayoutChg chg="add del">
          <pc:chgData name="Исламов Руслан" userId="31c09606bce21947" providerId="Windows Live" clId="Web-{2D7CDE39-CB82-49B2-9507-F6D4C06532A9}" dt="2023-05-02T15:04:58.651" v="3"/>
          <pc:sldLayoutMkLst>
            <pc:docMk/>
            <pc:sldMasterMk cId="478686110" sldId="2147483797"/>
            <pc:sldLayoutMk cId="1015736979" sldId="2147483796"/>
          </pc:sldLayoutMkLst>
        </pc:sldLayoutChg>
      </pc:sldMasterChg>
      <pc:sldMasterChg chg="add addSldLayout">
        <pc:chgData name="Исламов Руслан" userId="31c09606bce21947" providerId="Windows Live" clId="Web-{2D7CDE39-CB82-49B2-9507-F6D4C06532A9}" dt="2023-05-02T15:07:43.892" v="6"/>
        <pc:sldMasterMkLst>
          <pc:docMk/>
          <pc:sldMasterMk cId="1080544377" sldId="2147483797"/>
        </pc:sldMasterMkLst>
        <pc:sldLayoutChg chg="add">
          <pc:chgData name="Исламов Руслан" userId="31c09606bce21947" providerId="Windows Live" clId="Web-{2D7CDE39-CB82-49B2-9507-F6D4C06532A9}" dt="2023-05-02T15:07:43.892" v="6"/>
          <pc:sldLayoutMkLst>
            <pc:docMk/>
            <pc:sldMasterMk cId="1080544377" sldId="2147483797"/>
            <pc:sldLayoutMk cId="3199869991" sldId="2147483786"/>
          </pc:sldLayoutMkLst>
        </pc:sldLayoutChg>
        <pc:sldLayoutChg chg="add">
          <pc:chgData name="Исламов Руслан" userId="31c09606bce21947" providerId="Windows Live" clId="Web-{2D7CDE39-CB82-49B2-9507-F6D4C06532A9}" dt="2023-05-02T15:07:43.892" v="6"/>
          <pc:sldLayoutMkLst>
            <pc:docMk/>
            <pc:sldMasterMk cId="1080544377" sldId="2147483797"/>
            <pc:sldLayoutMk cId="36083778" sldId="2147483787"/>
          </pc:sldLayoutMkLst>
        </pc:sldLayoutChg>
        <pc:sldLayoutChg chg="add">
          <pc:chgData name="Исламов Руслан" userId="31c09606bce21947" providerId="Windows Live" clId="Web-{2D7CDE39-CB82-49B2-9507-F6D4C06532A9}" dt="2023-05-02T15:07:43.892" v="6"/>
          <pc:sldLayoutMkLst>
            <pc:docMk/>
            <pc:sldMasterMk cId="1080544377" sldId="2147483797"/>
            <pc:sldLayoutMk cId="1879445887" sldId="2147483788"/>
          </pc:sldLayoutMkLst>
        </pc:sldLayoutChg>
        <pc:sldLayoutChg chg="add">
          <pc:chgData name="Исламов Руслан" userId="31c09606bce21947" providerId="Windows Live" clId="Web-{2D7CDE39-CB82-49B2-9507-F6D4C06532A9}" dt="2023-05-02T15:07:43.892" v="6"/>
          <pc:sldLayoutMkLst>
            <pc:docMk/>
            <pc:sldMasterMk cId="1080544377" sldId="2147483797"/>
            <pc:sldLayoutMk cId="3589341414" sldId="2147483789"/>
          </pc:sldLayoutMkLst>
        </pc:sldLayoutChg>
        <pc:sldLayoutChg chg="add">
          <pc:chgData name="Исламов Руслан" userId="31c09606bce21947" providerId="Windows Live" clId="Web-{2D7CDE39-CB82-49B2-9507-F6D4C06532A9}" dt="2023-05-02T15:07:43.892" v="6"/>
          <pc:sldLayoutMkLst>
            <pc:docMk/>
            <pc:sldMasterMk cId="1080544377" sldId="2147483797"/>
            <pc:sldLayoutMk cId="2178983469" sldId="2147483790"/>
          </pc:sldLayoutMkLst>
        </pc:sldLayoutChg>
        <pc:sldLayoutChg chg="add">
          <pc:chgData name="Исламов Руслан" userId="31c09606bce21947" providerId="Windows Live" clId="Web-{2D7CDE39-CB82-49B2-9507-F6D4C06532A9}" dt="2023-05-02T15:07:43.892" v="6"/>
          <pc:sldLayoutMkLst>
            <pc:docMk/>
            <pc:sldMasterMk cId="1080544377" sldId="2147483797"/>
            <pc:sldLayoutMk cId="738742893" sldId="2147483791"/>
          </pc:sldLayoutMkLst>
        </pc:sldLayoutChg>
        <pc:sldLayoutChg chg="add">
          <pc:chgData name="Исламов Руслан" userId="31c09606bce21947" providerId="Windows Live" clId="Web-{2D7CDE39-CB82-49B2-9507-F6D4C06532A9}" dt="2023-05-02T15:07:43.892" v="6"/>
          <pc:sldLayoutMkLst>
            <pc:docMk/>
            <pc:sldMasterMk cId="1080544377" sldId="2147483797"/>
            <pc:sldLayoutMk cId="2449922392" sldId="2147483792"/>
          </pc:sldLayoutMkLst>
        </pc:sldLayoutChg>
        <pc:sldLayoutChg chg="add">
          <pc:chgData name="Исламов Руслан" userId="31c09606bce21947" providerId="Windows Live" clId="Web-{2D7CDE39-CB82-49B2-9507-F6D4C06532A9}" dt="2023-05-02T15:07:43.892" v="6"/>
          <pc:sldLayoutMkLst>
            <pc:docMk/>
            <pc:sldMasterMk cId="1080544377" sldId="2147483797"/>
            <pc:sldLayoutMk cId="759211543" sldId="2147483793"/>
          </pc:sldLayoutMkLst>
        </pc:sldLayoutChg>
        <pc:sldLayoutChg chg="add">
          <pc:chgData name="Исламов Руслан" userId="31c09606bce21947" providerId="Windows Live" clId="Web-{2D7CDE39-CB82-49B2-9507-F6D4C06532A9}" dt="2023-05-02T15:07:43.892" v="6"/>
          <pc:sldLayoutMkLst>
            <pc:docMk/>
            <pc:sldMasterMk cId="1080544377" sldId="2147483797"/>
            <pc:sldLayoutMk cId="3847048542" sldId="2147483794"/>
          </pc:sldLayoutMkLst>
        </pc:sldLayoutChg>
        <pc:sldLayoutChg chg="add">
          <pc:chgData name="Исламов Руслан" userId="31c09606bce21947" providerId="Windows Live" clId="Web-{2D7CDE39-CB82-49B2-9507-F6D4C06532A9}" dt="2023-05-02T15:07:43.892" v="6"/>
          <pc:sldLayoutMkLst>
            <pc:docMk/>
            <pc:sldMasterMk cId="1080544377" sldId="2147483797"/>
            <pc:sldLayoutMk cId="2835569300" sldId="2147483795"/>
          </pc:sldLayoutMkLst>
        </pc:sldLayoutChg>
        <pc:sldLayoutChg chg="add">
          <pc:chgData name="Исламов Руслан" userId="31c09606bce21947" providerId="Windows Live" clId="Web-{2D7CDE39-CB82-49B2-9507-F6D4C06532A9}" dt="2023-05-02T15:07:43.892" v="6"/>
          <pc:sldLayoutMkLst>
            <pc:docMk/>
            <pc:sldMasterMk cId="1080544377" sldId="2147483797"/>
            <pc:sldLayoutMk cId="2358895545" sldId="2147483796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3B052-A59B-4AE3-A89A-E7748630C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DA9EC4-FEA9-41D2-BE8D-F709F01D37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E155CF-52F5-4879-B7F3-D05812A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D55F9-11A3-4523-8F38-6BA37933791A}" type="datetime1">
              <a:rPr lang="en-US" smtClean="0"/>
              <a:t>5/3/2023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053AC-61ED-4C2F-90BF-D4A916545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8B2ED7-A198-4613-B8C9-EE02BAE24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223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98991-AEF1-4F19-AAB8-436EAD58C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25B44F-E7DA-40C6-8B44-71EAB6BDFC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Arial" panose="020B0604020202020204" pitchFamily="34" charset="0"/>
              <a:buChar char="•"/>
              <a:defRPr/>
            </a:lvl1pPr>
            <a:lvl2pPr marL="228600" indent="-228600">
              <a:buFont typeface="Arial" panose="020B0604020202020204" pitchFamily="34" charset="0"/>
              <a:buChar char="•"/>
              <a:defRPr/>
            </a:lvl2pPr>
            <a:lvl3pPr marL="228600" indent="-228600">
              <a:buFont typeface="Arial" panose="020B0604020202020204" pitchFamily="34" charset="0"/>
              <a:buChar char="•"/>
              <a:defRPr/>
            </a:lvl3pPr>
            <a:lvl4pPr marL="228600" indent="-228600">
              <a:buFont typeface="Arial" panose="020B0604020202020204" pitchFamily="34" charset="0"/>
              <a:buChar char="•"/>
              <a:defRPr/>
            </a:lvl4pPr>
            <a:lvl5pPr marL="2286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71817-A045-48C0-975B-CBEF88E95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9D56B-6EBE-4E5F-99D9-2A3DBDF37D0A}" type="datetime1">
              <a:rPr lang="en-US" smtClean="0"/>
              <a:t>5/3/2023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1C39F0-32D4-407C-8BCA-97F2D9E50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CF4459-37B2-4F87-B508-DB04D433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11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BBD03-9D57-48E9-8B43-688B72997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09738"/>
            <a:ext cx="1089025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F376C-8A2F-4BE5-9669-4A6DA21B7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589463"/>
            <a:ext cx="10890250" cy="1500187"/>
          </a:xfrm>
        </p:spPr>
        <p:txBody>
          <a:bodyPr/>
          <a:lstStyle>
            <a:lvl1pPr marL="0" indent="0">
              <a:buNone/>
              <a:defRPr sz="2400">
                <a:solidFill>
                  <a:srgbClr val="FFFFFF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54893-212E-4450-8F7A-27256B31F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33F3CA-C7E3-432D-9282-18F13836509A}" type="datetime1">
              <a:rPr lang="en-US" smtClean="0"/>
              <a:t>5/3/2023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E881A-3958-44A9-9EDB-D86F4E41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DBC4F-D9B8-4BFA-BE4F-D4B9B739D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0485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C8777-C460-4649-8822-CA943386D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DF69E6-1094-437B-AA7E-0E21B7136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825625"/>
            <a:ext cx="5562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0BC963-4591-4BE3-AE63-4999A13C50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D5BB-DB84-4266-9B4F-E65CCFE5B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E9C62-1337-40B8-BA50-E9F4861DB4BC}" type="datetime1">
              <a:rPr lang="en-US" smtClean="0"/>
              <a:t>5/3/2023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1A99B5-D493-4AB1-AF24-6660540D5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178D0-5F1E-43FA-B447-53501EDD1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569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85CC-8D2B-4219-A2A4-1625A02DF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43C8-1CF7-440E-99A3-05273145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20863"/>
            <a:ext cx="5157787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FF5CA-4662-4430-80C7-99CD7D66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101975"/>
            <a:ext cx="5157787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6CB5B7-DC23-41CE-872B-E25BD64F84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20863"/>
            <a:ext cx="5183188" cy="1150937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F7633C-C24D-4947-979C-132B3AC405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101975"/>
            <a:ext cx="5183188" cy="30876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8A46E1-3934-4807-900F-CA7A4D8D6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195EB-2DA3-4B24-8725-19BC22A7BE50}" type="datetime1">
              <a:rPr lang="en-US" smtClean="0"/>
              <a:t>5/3/2023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C9C6EA-1549-4601-8226-E5C43469C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658246-003D-4024-9F4B-BA3BD3FBF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95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DD4C-BFBC-4087-B94C-4DD0690E8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B9D434-8228-4C7F-B520-14121EBC90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237E6-0076-4915-A5A8-B7C11FA4F374}" type="datetime1">
              <a:rPr lang="en-US" smtClean="0"/>
              <a:t>5/3/2023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7B89BD-A70A-48D2-A3D9-DB2C0DB1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ACF4EF-5A2A-4A47-81DF-80CB51306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983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8B9F00-8450-475B-B155-993BAF212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5F58F-C0B5-422A-8E5A-6B99E5D80F0A}" type="datetime1">
              <a:rPr lang="en-US" smtClean="0"/>
              <a:t>5/3/2023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FDDA3-8E6F-42F7-BFBE-7FA9C647C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C8E678-81B8-4356-9624-A0B999536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6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10DAA-DDE3-4C9C-8171-385A3DAC8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1981200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73DB2-BD72-4F5E-9CA2-197343A09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F01536-2B0A-42A2-827E-2EB2C324A5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22CD09-61EF-4733-831C-5B133DAE1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65E655-9687-48DF-A33F-F8824CCCB5D1}" type="datetime1">
              <a:rPr lang="en-US" smtClean="0"/>
              <a:t>5/3/2023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109FCF-96E4-4EBF-AAFB-5E9AD22A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E381A6-E580-49A4-989C-EF4A54F83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3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CFA6E-F719-4613-8815-591471E72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685800"/>
            <a:ext cx="3932237" cy="2209799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384F3-CDE0-4329-B76D-45AAC94B04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685801"/>
            <a:ext cx="6172200" cy="5175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A9D7EB-40DA-460F-A48A-3E6D5E5612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971800"/>
            <a:ext cx="3932237" cy="28971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6944C-E229-457E-868E-C48FF47DA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FD56A-AAB8-4544-A495-D0645413C9E3}" type="datetime1">
              <a:rPr lang="en-US" smtClean="0"/>
              <a:t>5/3/2023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115FE-359F-46EA-A3C8-0D18544E3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165D17-3010-4FF5-9071-5CCD3E69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445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B47DD-81F8-4128-9E50-04A9F2D3D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564D1-2B83-4C0F-ACBA-E91472C50A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A1D7D-D2EC-4ADB-9C65-191DEC82D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E757A-3EC2-4683-9080-1A460C37C843}" type="datetime1">
              <a:rPr lang="en-US" smtClean="0"/>
              <a:t>5/3/2023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4CB571-86F9-474A-826A-75CC21C88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4F5F-50E6-4BB9-B848-EE2302C02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341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3F08DF-1C0D-4F53-A3AB-95D7B55FA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0D3BBD-C494-4E94-B189-319802A93E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C0BD9-4BED-43D3-852F-B74B949A22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3539" y="6324600"/>
            <a:ext cx="2560220" cy="365125"/>
          </a:xfrm>
        </p:spPr>
        <p:txBody>
          <a:bodyPr/>
          <a:lstStyle/>
          <a:p>
            <a:fld id="{5CC8096C-64ED-4153-A483-5C02E44AD5C3}" type="datetime1">
              <a:rPr lang="en-US" smtClean="0"/>
              <a:t>5/3/2023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7811DC-C725-4462-B622-DB96A898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19838"/>
            <a:ext cx="3982781" cy="365125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42D06-438F-4150-9238-E2FAEE5E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71338-8BA2-4C79-A6C5-5A8E30081D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742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Rectangle 114">
            <a:extLst>
              <a:ext uri="{FF2B5EF4-FFF2-40B4-BE49-F238E27FC236}">
                <a16:creationId xmlns:a16="http://schemas.microsoft.com/office/drawing/2014/main" id="{A4798C7F-C8CA-4799-BF37-3AB4642CDB66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87F0794B-55D3-4D2D-BDE7-4688ED321E42}"/>
              </a:ext>
            </a:extLst>
          </p:cNvPr>
          <p:cNvGrpSpPr/>
          <p:nvPr/>
        </p:nvGrpSpPr>
        <p:grpSpPr>
          <a:xfrm>
            <a:off x="-11413" y="0"/>
            <a:ext cx="12214827" cy="6858000"/>
            <a:chOff x="-6214" y="-1"/>
            <a:chExt cx="12214827" cy="6858000"/>
          </a:xfrm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</a:extLst>
            </p:cNvPr>
            <p:cNvCxnSpPr>
              <a:cxnSpLocks/>
            </p:cNvCxnSpPr>
            <p:nvPr/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</a:extLst>
            </p:cNvPr>
            <p:cNvCxnSpPr>
              <a:cxnSpLocks/>
            </p:cNvCxnSpPr>
            <p:nvPr/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</a:extLst>
            </p:cNvPr>
            <p:cNvCxnSpPr>
              <a:cxnSpLocks/>
            </p:cNvCxnSpPr>
            <p:nvPr/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</a:extLst>
            </p:cNvPr>
            <p:cNvCxnSpPr>
              <a:cxnSpLocks/>
            </p:cNvCxnSpPr>
            <p:nvPr/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</a:extLst>
            </p:cNvPr>
            <p:cNvCxnSpPr>
              <a:cxnSpLocks/>
            </p:cNvCxnSpPr>
            <p:nvPr/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</a:extLst>
            </p:cNvPr>
            <p:cNvCxnSpPr>
              <a:cxnSpLocks/>
            </p:cNvCxnSpPr>
            <p:nvPr/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</a:extLst>
            </p:cNvPr>
            <p:cNvCxnSpPr>
              <a:cxnSpLocks/>
            </p:cNvCxnSpPr>
            <p:nvPr/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</a:extLst>
            </p:cNvPr>
            <p:cNvCxnSpPr>
              <a:cxnSpLocks/>
            </p:cNvCxnSpPr>
            <p:nvPr/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</a:extLst>
            </p:cNvPr>
            <p:cNvCxnSpPr>
              <a:cxnSpLocks/>
            </p:cNvCxnSpPr>
            <p:nvPr/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</a:extLst>
            </p:cNvPr>
            <p:cNvCxnSpPr>
              <a:cxnSpLocks/>
            </p:cNvCxnSpPr>
            <p:nvPr/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</a:extLst>
            </p:cNvPr>
            <p:cNvCxnSpPr>
              <a:cxnSpLocks/>
            </p:cNvCxnSpPr>
            <p:nvPr/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</a:extLst>
            </p:cNvPr>
            <p:cNvCxnSpPr>
              <a:cxnSpLocks/>
            </p:cNvCxnSpPr>
            <p:nvPr/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</a:extLst>
            </p:cNvPr>
            <p:cNvCxnSpPr>
              <a:cxnSpLocks/>
            </p:cNvCxnSpPr>
            <p:nvPr/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</a:extLst>
            </p:cNvPr>
            <p:cNvCxnSpPr>
              <a:cxnSpLocks/>
            </p:cNvCxnSpPr>
            <p:nvPr/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</a:extLst>
            </p:cNvPr>
            <p:cNvCxnSpPr>
              <a:cxnSpLocks/>
            </p:cNvCxnSpPr>
            <p:nvPr/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216BB147-20D5-4D93-BDA5-1BC614D6A4B2}"/>
              </a:ext>
            </a:extLst>
          </p:cNvPr>
          <p:cNvSpPr/>
          <p:nvPr/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447F1F-BFA8-4A56-894B-40120132E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5"/>
            <a:ext cx="107229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8FB99-0FA3-49F4-99A1-61919F942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7229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DCCAE5-4EB0-4174-BD15-4943899B0A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24600"/>
            <a:ext cx="25602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93BAB95-8DA7-460B-B00A-7037C8394FB0}" type="datetime1">
              <a:rPr lang="en-US" smtClean="0"/>
              <a:pPr/>
              <a:t>5/3/2023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4189E-43B2-4CEE-B13E-61A1FBBBD2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200861" y="6319838"/>
            <a:ext cx="398278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A0530F-0BC8-46EF-A765-DD58B53675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0806" y="6324600"/>
            <a:ext cx="7990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spc="150" baseline="0">
                <a:solidFill>
                  <a:srgbClr val="FFFFFF"/>
                </a:solidFill>
              </a:defRPr>
            </a:lvl1pPr>
          </a:lstStyle>
          <a:p>
            <a:fld id="{11A71338-8BA2-4C79-A6C5-5A8E30081D0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7" name="Freeform: Shape 76">
            <a:extLst>
              <a:ext uri="{FF2B5EF4-FFF2-40B4-BE49-F238E27FC236}">
                <a16:creationId xmlns:a16="http://schemas.microsoft.com/office/drawing/2014/main" id="{0A253F60-DE40-4508-A37A-61331DF1DD5D}"/>
              </a:ext>
            </a:extLst>
          </p:cNvPr>
          <p:cNvSpPr/>
          <p:nvPr/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544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0" r:id="rId6"/>
    <p:sldLayoutId id="2147483786" r:id="rId7"/>
    <p:sldLayoutId id="2147483787" r:id="rId8"/>
    <p:sldLayoutId id="2147483788" r:id="rId9"/>
    <p:sldLayoutId id="2147483789" r:id="rId10"/>
    <p:sldLayoutId id="214748379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800" kern="1200">
          <a:solidFill>
            <a:srgbClr val="FFFFFF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2pPr>
      <a:lvl3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2000" kern="1200">
          <a:solidFill>
            <a:srgbClr val="FFFFFF"/>
          </a:solidFill>
          <a:latin typeface="+mn-lt"/>
          <a:ea typeface="+mn-ea"/>
          <a:cs typeface="+mn-cs"/>
        </a:defRPr>
      </a:lvl3pPr>
      <a:lvl4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4pPr>
      <a:lvl5pPr marL="2286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bg1"/>
        </a:buClr>
        <a:buSzPct val="75000"/>
        <a:buFont typeface="Arial" panose="020B0604020202020204" pitchFamily="34" charset="0"/>
        <a:buChar char="•"/>
        <a:defRPr sz="18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46">
            <a:extLst>
              <a:ext uri="{FF2B5EF4-FFF2-40B4-BE49-F238E27FC236}">
                <a16:creationId xmlns:a16="http://schemas.microsoft.com/office/drawing/2014/main" id="{9733A6A7-E7EE-42C5-88DE-B09D16B38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83" name="Rectangle 48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84" name="Group 50">
            <a:extLst>
              <a:ext uri="{FF2B5EF4-FFF2-40B4-BE49-F238E27FC236}">
                <a16:creationId xmlns:a16="http://schemas.microsoft.com/office/drawing/2014/main" id="{91108A0F-8C78-4294-B028-9F09581FC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313489AA-CF3C-45B5-9A6B-D686CDD1DD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52">
              <a:extLst>
                <a:ext uri="{FF2B5EF4-FFF2-40B4-BE49-F238E27FC236}">
                  <a16:creationId xmlns:a16="http://schemas.microsoft.com/office/drawing/2014/main" id="{7ABF1CE3-37BC-462F-BC4B-5EF9C8287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21847A4-7B07-4976-81EF-E68ABFC4F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F3EBBA6-8771-481B-BACA-142F0C805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F58D94E-BB4B-436D-8172-0F5737BEEA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F75AA9A-4678-41CB-AEFA-13C324B84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57">
              <a:extLst>
                <a:ext uri="{FF2B5EF4-FFF2-40B4-BE49-F238E27FC236}">
                  <a16:creationId xmlns:a16="http://schemas.microsoft.com/office/drawing/2014/main" id="{6C95E447-C172-476B-98BE-453E404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58">
              <a:extLst>
                <a:ext uri="{FF2B5EF4-FFF2-40B4-BE49-F238E27FC236}">
                  <a16:creationId xmlns:a16="http://schemas.microsoft.com/office/drawing/2014/main" id="{1F3BD247-696E-47F7-964F-89A5823D1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59">
              <a:extLst>
                <a:ext uri="{FF2B5EF4-FFF2-40B4-BE49-F238E27FC236}">
                  <a16:creationId xmlns:a16="http://schemas.microsoft.com/office/drawing/2014/main" id="{5E31E4B8-694B-447A-AA13-36B0A4EEC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60">
              <a:extLst>
                <a:ext uri="{FF2B5EF4-FFF2-40B4-BE49-F238E27FC236}">
                  <a16:creationId xmlns:a16="http://schemas.microsoft.com/office/drawing/2014/main" id="{88321B73-1AE7-4FA0-90EB-4E969A095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5F8082-1C6D-496D-937D-964948B10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1B84AF1D-3604-4213-B891-4880C86F6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C3631262-5E4E-4A33-9D72-17996A538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9A4C49C9-CD9F-417C-A832-DD9D6F9C4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9A3BBBFA-B462-4340-82C8-3EE5CCFB1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A7D3C2E-F100-49BC-9F4E-DFB50B2F9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E46D4A85-2FF9-491B-BBF7-4D83EB888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68">
              <a:extLst>
                <a:ext uri="{FF2B5EF4-FFF2-40B4-BE49-F238E27FC236}">
                  <a16:creationId xmlns:a16="http://schemas.microsoft.com/office/drawing/2014/main" id="{B8F6747A-BC05-4E83-8FE8-976BBCE30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C1FEEA0-B31C-4DD8-9CC4-DAE065578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A783C12-3D0A-495D-B461-9D1FCC415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71">
              <a:extLst>
                <a:ext uri="{FF2B5EF4-FFF2-40B4-BE49-F238E27FC236}">
                  <a16:creationId xmlns:a16="http://schemas.microsoft.com/office/drawing/2014/main" id="{9AD7D205-DA43-40B9-82B4-D570FB270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72">
              <a:extLst>
                <a:ext uri="{FF2B5EF4-FFF2-40B4-BE49-F238E27FC236}">
                  <a16:creationId xmlns:a16="http://schemas.microsoft.com/office/drawing/2014/main" id="{FDD4F5FF-D993-454E-AB84-8634B9E53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73">
              <a:extLst>
                <a:ext uri="{FF2B5EF4-FFF2-40B4-BE49-F238E27FC236}">
                  <a16:creationId xmlns:a16="http://schemas.microsoft.com/office/drawing/2014/main" id="{EF64AEBB-D378-4CCE-9266-B45FC822E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22217ABD-7AF1-44DF-9243-75E5C9792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0D885E59-AA75-4026-972E-4DEE1AB599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AB41BAB-F8B8-402D-BC3D-82F73208A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F67CC234-9EF0-4613-9013-F7F9AEC49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032D8DE3-B3FD-47EC-B6D3-90CE4F037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A4218772-C699-478C-9D44-9459ABA4C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53142" y="2954226"/>
            <a:ext cx="5555624" cy="22321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4600"/>
              <a:t>На чём написаны языки программирования</a:t>
            </a:r>
          </a:p>
        </p:txBody>
      </p:sp>
      <p:sp>
        <p:nvSpPr>
          <p:cNvPr id="82" name="Right Triangle 81">
            <a:extLst>
              <a:ext uri="{FF2B5EF4-FFF2-40B4-BE49-F238E27FC236}">
                <a16:creationId xmlns:a16="http://schemas.microsoft.com/office/drawing/2014/main" id="{94D786EB-944C-47D5-B631-899F4029B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08102" y="-284146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4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8973166D-2B06-FB2B-ED91-CE67237FC2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007" r="36637" b="1"/>
          <a:stretch/>
        </p:blipFill>
        <p:spPr>
          <a:xfrm>
            <a:off x="6309311" y="1"/>
            <a:ext cx="58993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1E2C259B-5969-3B0B-F4E5-9465E5647D7A}"/>
              </a:ext>
            </a:extLst>
          </p:cNvPr>
          <p:cNvSpPr/>
          <p:nvPr/>
        </p:nvSpPr>
        <p:spPr>
          <a:xfrm>
            <a:off x="-828314" y="5186425"/>
            <a:ext cx="2520000" cy="2520000"/>
          </a:xfrm>
          <a:prstGeom prst="ellipse">
            <a:avLst/>
          </a:prstGeom>
          <a:noFill/>
          <a:ln w="571500">
            <a:solidFill>
              <a:schemeClr val="tx1">
                <a:alpha val="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CA92EF52-0EE0-3BB1-9661-F24B8A5318B3}"/>
              </a:ext>
            </a:extLst>
          </p:cNvPr>
          <p:cNvSpPr/>
          <p:nvPr/>
        </p:nvSpPr>
        <p:spPr>
          <a:xfrm>
            <a:off x="3191713" y="-1598465"/>
            <a:ext cx="2520000" cy="2520000"/>
          </a:xfrm>
          <a:prstGeom prst="ellipse">
            <a:avLst/>
          </a:prstGeom>
          <a:noFill/>
          <a:ln w="571500">
            <a:solidFill>
              <a:schemeClr val="bg1">
                <a:alpha val="2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B4ACB0-2B52-48C2-9BC9-553BE7356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96085" y="1566850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A8F152-CC38-DADE-9D46-3C5758BA3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8907"/>
            <a:ext cx="4952999" cy="2244176"/>
          </a:xfrm>
        </p:spPr>
        <p:txBody>
          <a:bodyPr>
            <a:normAutofit/>
          </a:bodyPr>
          <a:lstStyle/>
          <a:p>
            <a:r>
              <a:rPr lang="ru-RU">
                <a:solidFill>
                  <a:schemeClr val="tx2"/>
                </a:solidFill>
                <a:cs typeface="Posterama"/>
              </a:rPr>
              <a:t>Введение</a:t>
            </a:r>
            <a:endParaRPr lang="ru-RU">
              <a:solidFill>
                <a:schemeClr val="tx2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3CAD30-B39F-F6C0-BE9D-DB585F5DA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094" y="2834526"/>
            <a:ext cx="5472951" cy="30094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 dirty="0">
                <a:solidFill>
                  <a:schemeClr val="tx2"/>
                </a:solidFill>
              </a:rPr>
              <a:t>Что такое язык программирования?</a:t>
            </a:r>
          </a:p>
          <a:p>
            <a:pPr>
              <a:buClr>
                <a:srgbClr val="FFFFFF"/>
              </a:buClr>
            </a:pPr>
            <a:r>
              <a:rPr lang="ru-RU" sz="2400" dirty="0">
                <a:solidFill>
                  <a:schemeClr val="tx2"/>
                </a:solidFill>
              </a:rPr>
              <a:t>Как они классифицируются?</a:t>
            </a:r>
          </a:p>
        </p:txBody>
      </p:sp>
      <p:pic>
        <p:nvPicPr>
          <p:cNvPr id="4" name="Рисунок 4" descr="Изображение выглядит как текст, свет, движение, взгляд&#10;&#10;Автоматически созданное описание">
            <a:extLst>
              <a:ext uri="{FF2B5EF4-FFF2-40B4-BE49-F238E27FC236}">
                <a16:creationId xmlns:a16="http://schemas.microsoft.com/office/drawing/2014/main" id="{2194B33A-2F9E-5891-C757-EE5CB37ED2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617" r="-1" b="-1"/>
          <a:stretch/>
        </p:blipFill>
        <p:spPr>
          <a:xfrm>
            <a:off x="6309311" y="1"/>
            <a:ext cx="58993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</p:spPr>
      </p:pic>
      <p:sp>
        <p:nvSpPr>
          <p:cNvPr id="5" name="Овал 4">
            <a:extLst>
              <a:ext uri="{FF2B5EF4-FFF2-40B4-BE49-F238E27FC236}">
                <a16:creationId xmlns:a16="http://schemas.microsoft.com/office/drawing/2014/main" id="{A63E3F9B-FA88-4860-5ADE-542C55A7DCCA}"/>
              </a:ext>
            </a:extLst>
          </p:cNvPr>
          <p:cNvSpPr/>
          <p:nvPr/>
        </p:nvSpPr>
        <p:spPr>
          <a:xfrm>
            <a:off x="-965385" y="5186427"/>
            <a:ext cx="2520000" cy="2520000"/>
          </a:xfrm>
          <a:prstGeom prst="ellipse">
            <a:avLst/>
          </a:prstGeom>
          <a:noFill/>
          <a:ln w="571500">
            <a:solidFill>
              <a:schemeClr val="bg1"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вал 5">
            <a:extLst>
              <a:ext uri="{FF2B5EF4-FFF2-40B4-BE49-F238E27FC236}">
                <a16:creationId xmlns:a16="http://schemas.microsoft.com/office/drawing/2014/main" id="{7F0CFAE5-BAF0-4736-B1BE-3EE09034678A}"/>
              </a:ext>
            </a:extLst>
          </p:cNvPr>
          <p:cNvSpPr/>
          <p:nvPr/>
        </p:nvSpPr>
        <p:spPr>
          <a:xfrm>
            <a:off x="3011353" y="-1755055"/>
            <a:ext cx="2520000" cy="2520000"/>
          </a:xfrm>
          <a:prstGeom prst="ellipse">
            <a:avLst/>
          </a:prstGeom>
          <a:noFill/>
          <a:ln w="571500">
            <a:solidFill>
              <a:schemeClr val="accent6">
                <a:lumMod val="40000"/>
                <a:lumOff val="60000"/>
                <a:alpha val="2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8060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12ED8D-807A-4E94-A9AF-C44676151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77930" y="1422741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168FF8-BB67-38A8-9400-1D13E6227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732348"/>
            <a:ext cx="4419600" cy="2240735"/>
          </a:xfrm>
        </p:spPr>
        <p:txBody>
          <a:bodyPr>
            <a:normAutofit/>
          </a:bodyPr>
          <a:lstStyle/>
          <a:p>
            <a:r>
              <a:rPr lang="ru-RU" dirty="0">
                <a:cs typeface="Posterama"/>
              </a:rPr>
              <a:t>Цель</a:t>
            </a:r>
            <a:endParaRPr lang="ru-R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982BA93A-BFB0-FD5A-8F10-F68D9AE30D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016" y="2700388"/>
            <a:ext cx="4419600" cy="30094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 err="1">
                <a:latin typeface="Avenir Next LT Pro"/>
                <a:cs typeface="Times New Roman"/>
              </a:rPr>
              <a:t>Написать</a:t>
            </a:r>
            <a:r>
              <a:rPr lang="en-US" sz="2400" dirty="0">
                <a:latin typeface="Avenir Next LT Pro"/>
                <a:cs typeface="Times New Roman"/>
              </a:rPr>
              <a:t> </a:t>
            </a:r>
            <a:r>
              <a:rPr lang="en-US" sz="2400" dirty="0" err="1">
                <a:latin typeface="Avenir Next LT Pro"/>
                <a:cs typeface="Times New Roman"/>
              </a:rPr>
              <a:t>собственный</a:t>
            </a:r>
            <a:r>
              <a:rPr lang="en-US" sz="2400" dirty="0">
                <a:latin typeface="Avenir Next LT Pro"/>
                <a:cs typeface="Times New Roman"/>
              </a:rPr>
              <a:t> </a:t>
            </a:r>
            <a:r>
              <a:rPr lang="en-US" sz="2400" dirty="0" err="1">
                <a:latin typeface="Avenir Next LT Pro"/>
                <a:cs typeface="Times New Roman"/>
              </a:rPr>
              <a:t>язык</a:t>
            </a:r>
            <a:r>
              <a:rPr lang="en-US" sz="2400" dirty="0">
                <a:latin typeface="Avenir Next LT Pro"/>
                <a:cs typeface="Times New Roman"/>
              </a:rPr>
              <a:t> </a:t>
            </a:r>
            <a:r>
              <a:rPr lang="en-US" sz="2400" dirty="0" err="1">
                <a:latin typeface="Avenir Next LT Pro"/>
                <a:cs typeface="Times New Roman"/>
              </a:rPr>
              <a:t>программирования</a:t>
            </a:r>
            <a:endParaRPr lang="en-US" sz="2400" dirty="0">
              <a:latin typeface="Avenir Next LT Pro"/>
            </a:endParaRPr>
          </a:p>
        </p:txBody>
      </p:sp>
      <p:sp>
        <p:nvSpPr>
          <p:cNvPr id="48" name="Flowchart: Document 8">
            <a:extLst>
              <a:ext uri="{FF2B5EF4-FFF2-40B4-BE49-F238E27FC236}">
                <a16:creationId xmlns:a16="http://schemas.microsoft.com/office/drawing/2014/main" id="{D8667B21-A39C-4ABB-9CED-0DD4CD7395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270477" y="924332"/>
            <a:ext cx="6871335" cy="5022674"/>
          </a:xfrm>
          <a:custGeom>
            <a:avLst/>
            <a:gdLst>
              <a:gd name="connsiteX0" fmla="*/ 0 w 21600"/>
              <a:gd name="connsiteY0" fmla="*/ 0 h 21600"/>
              <a:gd name="connsiteX1" fmla="*/ 21600 w 21600"/>
              <a:gd name="connsiteY1" fmla="*/ 0 h 21600"/>
              <a:gd name="connsiteX2" fmla="*/ 21600 w 21600"/>
              <a:gd name="connsiteY2" fmla="*/ 17322 h 21600"/>
              <a:gd name="connsiteX3" fmla="*/ 0 w 21600"/>
              <a:gd name="connsiteY3" fmla="*/ 20172 h 21600"/>
              <a:gd name="connsiteX4" fmla="*/ 0 w 21600"/>
              <a:gd name="connsiteY4" fmla="*/ 0 h 21600"/>
              <a:gd name="connsiteX0" fmla="*/ 0 w 21600"/>
              <a:gd name="connsiteY0" fmla="*/ 2632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0 w 21600"/>
              <a:gd name="connsiteY4" fmla="*/ 26328 h 47652"/>
              <a:gd name="connsiteX0" fmla="*/ 56 w 21600"/>
              <a:gd name="connsiteY0" fmla="*/ 98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56 w 21600"/>
              <a:gd name="connsiteY4" fmla="*/ 98 h 47652"/>
              <a:gd name="connsiteX0" fmla="*/ 37 w 21600"/>
              <a:gd name="connsiteY0" fmla="*/ 196 h 47652"/>
              <a:gd name="connsiteX1" fmla="*/ 21562 w 21600"/>
              <a:gd name="connsiteY1" fmla="*/ 0 h 47652"/>
              <a:gd name="connsiteX2" fmla="*/ 21600 w 21600"/>
              <a:gd name="connsiteY2" fmla="*/ 43650 h 47652"/>
              <a:gd name="connsiteX3" fmla="*/ 0 w 21600"/>
              <a:gd name="connsiteY3" fmla="*/ 46500 h 47652"/>
              <a:gd name="connsiteX4" fmla="*/ 37 w 21600"/>
              <a:gd name="connsiteY4" fmla="*/ 196 h 47652"/>
              <a:gd name="connsiteX0" fmla="*/ 5 w 21606"/>
              <a:gd name="connsiteY0" fmla="*/ 196 h 47652"/>
              <a:gd name="connsiteX1" fmla="*/ 21568 w 21606"/>
              <a:gd name="connsiteY1" fmla="*/ 0 h 47652"/>
              <a:gd name="connsiteX2" fmla="*/ 21606 w 21606"/>
              <a:gd name="connsiteY2" fmla="*/ 43650 h 47652"/>
              <a:gd name="connsiteX3" fmla="*/ 6 w 21606"/>
              <a:gd name="connsiteY3" fmla="*/ 46500 h 47652"/>
              <a:gd name="connsiteX4" fmla="*/ 5 w 21606"/>
              <a:gd name="connsiteY4" fmla="*/ 196 h 47652"/>
              <a:gd name="connsiteX0" fmla="*/ 3 w 21642"/>
              <a:gd name="connsiteY0" fmla="*/ 1 h 47652"/>
              <a:gd name="connsiteX1" fmla="*/ 21604 w 21642"/>
              <a:gd name="connsiteY1" fmla="*/ 0 h 47652"/>
              <a:gd name="connsiteX2" fmla="*/ 21642 w 21642"/>
              <a:gd name="connsiteY2" fmla="*/ 43650 h 47652"/>
              <a:gd name="connsiteX3" fmla="*/ 42 w 21642"/>
              <a:gd name="connsiteY3" fmla="*/ 46500 h 47652"/>
              <a:gd name="connsiteX4" fmla="*/ 3 w 21642"/>
              <a:gd name="connsiteY4" fmla="*/ 1 h 47652"/>
              <a:gd name="connsiteX0" fmla="*/ 3 w 21642"/>
              <a:gd name="connsiteY0" fmla="*/ 0 h 47651"/>
              <a:gd name="connsiteX1" fmla="*/ 21623 w 21642"/>
              <a:gd name="connsiteY1" fmla="*/ 97 h 47651"/>
              <a:gd name="connsiteX2" fmla="*/ 21642 w 21642"/>
              <a:gd name="connsiteY2" fmla="*/ 43649 h 47651"/>
              <a:gd name="connsiteX3" fmla="*/ 42 w 21642"/>
              <a:gd name="connsiteY3" fmla="*/ 46499 h 47651"/>
              <a:gd name="connsiteX4" fmla="*/ 3 w 21642"/>
              <a:gd name="connsiteY4" fmla="*/ 0 h 47651"/>
              <a:gd name="connsiteX0" fmla="*/ 3 w 21642"/>
              <a:gd name="connsiteY0" fmla="*/ 147 h 47798"/>
              <a:gd name="connsiteX1" fmla="*/ 21623 w 21642"/>
              <a:gd name="connsiteY1" fmla="*/ 0 h 47798"/>
              <a:gd name="connsiteX2" fmla="*/ 21642 w 21642"/>
              <a:gd name="connsiteY2" fmla="*/ 43796 h 47798"/>
              <a:gd name="connsiteX3" fmla="*/ 42 w 21642"/>
              <a:gd name="connsiteY3" fmla="*/ 46646 h 47798"/>
              <a:gd name="connsiteX4" fmla="*/ 3 w 21642"/>
              <a:gd name="connsiteY4" fmla="*/ 147 h 477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642" h="47798">
                <a:moveTo>
                  <a:pt x="3" y="147"/>
                </a:moveTo>
                <a:lnTo>
                  <a:pt x="21623" y="0"/>
                </a:lnTo>
                <a:cubicBezTo>
                  <a:pt x="21623" y="5774"/>
                  <a:pt x="21642" y="38022"/>
                  <a:pt x="21642" y="43796"/>
                </a:cubicBezTo>
                <a:cubicBezTo>
                  <a:pt x="10842" y="43796"/>
                  <a:pt x="10842" y="50396"/>
                  <a:pt x="42" y="46646"/>
                </a:cubicBezTo>
                <a:cubicBezTo>
                  <a:pt x="61" y="31179"/>
                  <a:pt x="-16" y="15614"/>
                  <a:pt x="3" y="147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Рисунок 4" descr="Изображение выглядит как диаграмма&#10;&#10;Автоматически созданное описание">
            <a:extLst>
              <a:ext uri="{FF2B5EF4-FFF2-40B4-BE49-F238E27FC236}">
                <a16:creationId xmlns:a16="http://schemas.microsoft.com/office/drawing/2014/main" id="{D3B5F5BC-DF41-1C7A-A00F-3FC670C34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0631" y="732348"/>
            <a:ext cx="5541973" cy="5541973"/>
          </a:xfrm>
          <a:prstGeom prst="rect">
            <a:avLst/>
          </a:prstGeom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DB6EC5F4-AE28-C83D-0A21-4BE7780BB74A}"/>
              </a:ext>
            </a:extLst>
          </p:cNvPr>
          <p:cNvSpPr/>
          <p:nvPr/>
        </p:nvSpPr>
        <p:spPr>
          <a:xfrm>
            <a:off x="2743965" y="5778686"/>
            <a:ext cx="2520000" cy="2520000"/>
          </a:xfrm>
          <a:prstGeom prst="ellipse">
            <a:avLst/>
          </a:prstGeom>
          <a:noFill/>
          <a:ln w="571500">
            <a:solidFill>
              <a:schemeClr val="tx1">
                <a:alpha val="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94B3D010-2A5A-1455-8A81-C83D90F341C8}"/>
              </a:ext>
            </a:extLst>
          </p:cNvPr>
          <p:cNvSpPr/>
          <p:nvPr/>
        </p:nvSpPr>
        <p:spPr>
          <a:xfrm>
            <a:off x="1240415" y="-1452844"/>
            <a:ext cx="2520000" cy="2520000"/>
          </a:xfrm>
          <a:prstGeom prst="ellipse">
            <a:avLst/>
          </a:prstGeom>
          <a:noFill/>
          <a:ln w="571500">
            <a:solidFill>
              <a:schemeClr val="bg1">
                <a:alpha val="2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6093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8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8" name="Rectangle 10">
            <a:extLst>
              <a:ext uri="{FF2B5EF4-FFF2-40B4-BE49-F238E27FC236}">
                <a16:creationId xmlns:a16="http://schemas.microsoft.com/office/drawing/2014/main" id="{90B4ACB0-2B52-48C2-9BC9-553BE7356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59" name="Right Triangle 12">
            <a:extLst>
              <a:ext uri="{FF2B5EF4-FFF2-40B4-BE49-F238E27FC236}">
                <a16:creationId xmlns:a16="http://schemas.microsoft.com/office/drawing/2014/main" id="{DA1A4301-6FFC-4C82-A1FA-7634D8CAA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96085" y="1566850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0" name="Group 14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6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DFF7D9-0400-E02B-F9F3-FAB6107D1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8907"/>
            <a:ext cx="4952999" cy="2244176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tx2"/>
                </a:solidFill>
                <a:cs typeface="Posterama"/>
              </a:rPr>
              <a:t>Задачи</a:t>
            </a:r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DEA5B9-EBCC-8699-4033-7025100553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264832"/>
            <a:ext cx="4952999" cy="300949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ru-RU" sz="1800">
                <a:solidFill>
                  <a:schemeClr val="tx2"/>
                </a:solidFill>
              </a:rPr>
              <a:t>Собрать информацию из различных источников по данной теме</a:t>
            </a:r>
          </a:p>
          <a:p>
            <a:pPr>
              <a:buClr>
                <a:srgbClr val="FFFFFF"/>
              </a:buClr>
            </a:pPr>
            <a:r>
              <a:rPr lang="ru-RU" sz="1800" dirty="0">
                <a:solidFill>
                  <a:schemeClr val="tx2"/>
                </a:solidFill>
              </a:rPr>
              <a:t>Рассмотреть историю создания первых языков программирования и научиться их классифицировать</a:t>
            </a:r>
          </a:p>
          <a:p>
            <a:pPr>
              <a:buClr>
                <a:srgbClr val="FFFFFF"/>
              </a:buClr>
            </a:pPr>
            <a:r>
              <a:rPr lang="ru-RU" sz="1800">
                <a:solidFill>
                  <a:schemeClr val="tx2"/>
                </a:solidFill>
              </a:rPr>
              <a:t>Написать свой язык программирования на основе уже созданных</a:t>
            </a:r>
          </a:p>
        </p:txBody>
      </p:sp>
      <p:pic>
        <p:nvPicPr>
          <p:cNvPr id="4" name="Рисунок 4" descr="Изображение выглядит как текст, доска&#10;&#10;Автоматически созданное описание">
            <a:extLst>
              <a:ext uri="{FF2B5EF4-FFF2-40B4-BE49-F238E27FC236}">
                <a16:creationId xmlns:a16="http://schemas.microsoft.com/office/drawing/2014/main" id="{E6E2DDE0-6432-43F4-96C6-73F15AE3D4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0872" r="20885"/>
          <a:stretch/>
        </p:blipFill>
        <p:spPr>
          <a:xfrm>
            <a:off x="6309311" y="1"/>
            <a:ext cx="58993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</p:spPr>
      </p:pic>
      <p:sp>
        <p:nvSpPr>
          <p:cNvPr id="5" name="Овал 4">
            <a:extLst>
              <a:ext uri="{FF2B5EF4-FFF2-40B4-BE49-F238E27FC236}">
                <a16:creationId xmlns:a16="http://schemas.microsoft.com/office/drawing/2014/main" id="{F88DD285-DC49-26D3-F51E-E4BF95BB496B}"/>
              </a:ext>
            </a:extLst>
          </p:cNvPr>
          <p:cNvSpPr/>
          <p:nvPr/>
        </p:nvSpPr>
        <p:spPr>
          <a:xfrm>
            <a:off x="3709858" y="5908949"/>
            <a:ext cx="2520000" cy="2520000"/>
          </a:xfrm>
          <a:prstGeom prst="ellipse">
            <a:avLst/>
          </a:prstGeom>
          <a:noFill/>
          <a:ln w="571500">
            <a:solidFill>
              <a:schemeClr val="bg1">
                <a:alpha val="4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4336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Rectangle 237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56" name="Group 239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7" name="Freeform: Shape 270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8" name="Freeform: Shape 272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9" name="Freeform: Shape 274">
            <a:extLst>
              <a:ext uri="{FF2B5EF4-FFF2-40B4-BE49-F238E27FC236}">
                <a16:creationId xmlns:a16="http://schemas.microsoft.com/office/drawing/2014/main" id="{9A0D6220-3DFE-4182-9152-9135493A6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60" name="Group 276">
            <a:extLst>
              <a:ext uri="{FF2B5EF4-FFF2-40B4-BE49-F238E27FC236}">
                <a16:creationId xmlns:a16="http://schemas.microsoft.com/office/drawing/2014/main" id="{44C729BC-90F1-4823-A305-F6F124E93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640014BD-8822-4EFD-B887-1E95DBBB4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1E9445DF-509C-4993-834C-4A95C90E3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FDCB110E-203A-4D63-810B-7AB453AB9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F264073E-6737-44FE-BC04-BFEE37133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6DA24A7E-F63B-4B87-ABA5-BDD8F8F65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9CC2C5D2-CEDF-4390-A89D-71DBD7C37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8956D0DF-B8DD-44AB-A831-329B2973E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7AB17CF4-098C-43B0-A0E0-235CEB55F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D3CA7C27-06AF-4DB3-A3B2-F81C41D52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8BD2BB17-7774-4215-872F-9CF37633B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22E1C172-AA18-42F1-B952-4791B5035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C9D5EBAC-D904-4410-A575-1A2B810D8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8B38425E-0189-47B9-9F42-67DC5386E3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E6584C8E-A8AC-49AB-8E5B-337E14D4F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E8FCDC21-75B9-4F36-AEB4-186CDD994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79AAC1FD-FBB6-4E21-A267-E4B9029BB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20FDEAF3-AB6A-41DF-BF11-245120818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29F9892F-F26B-4C6F-A949-097D3EBC7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FCCA59EA-5156-402B-82A4-AAE14B2D9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31E175D8-17F1-46B8-807F-89A75CD4D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5AE169C4-F6B2-44D0-A73C-88C304E8A3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2CE19136-3F8D-4350-A424-8241923BC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CF937350-E379-4C45-BC56-20808BBED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FE4F6988-3981-46A0-B744-EE972197D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EDB419A9-FCB9-4B39-8D9E-91CC0B8E7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7D6861DB-43A8-4624-9ECC-5A96BE3A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4AFBD701-C20E-441D-8596-4BBBF4955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73C41C88-00F9-45AF-8D64-37BA70969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E6420BDA-21B9-4B17-A82E-A9EB28138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361" name="Rectangle 307">
            <a:extLst>
              <a:ext uri="{FF2B5EF4-FFF2-40B4-BE49-F238E27FC236}">
                <a16:creationId xmlns:a16="http://schemas.microsoft.com/office/drawing/2014/main" id="{9733A6A7-E7EE-42C5-88DE-B09D16B38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362" name="Rectangle 309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363" name="Group 311">
            <a:extLst>
              <a:ext uri="{FF2B5EF4-FFF2-40B4-BE49-F238E27FC236}">
                <a16:creationId xmlns:a16="http://schemas.microsoft.com/office/drawing/2014/main" id="{91108A0F-8C78-4294-B028-9F09581FC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313489AA-CF3C-45B5-9A6B-D686CDD1DD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7ABF1CE3-37BC-462F-BC4B-5EF9C8287D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121847A4-7B07-4976-81EF-E68ABFC4FB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9F3EBBA6-8771-481B-BACA-142F0C805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DF58D94E-BB4B-436D-8172-0F5737BEEA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4F75AA9A-4678-41CB-AEFA-13C324B847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6C95E447-C172-476B-98BE-453E4049FB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1F3BD247-696E-47F7-964F-89A5823D1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5E31E4B8-694B-447A-AA13-36B0A4EEC9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88321B73-1AE7-4FA0-90EB-4E969A095D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E15F8082-1C6D-496D-937D-964948B109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1B84AF1D-3604-4213-B891-4880C86F6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C3631262-5E4E-4A33-9D72-17996A538F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9A4C49C9-CD9F-417C-A832-DD9D6F9C4B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" name="Straight Connector 326">
              <a:extLst>
                <a:ext uri="{FF2B5EF4-FFF2-40B4-BE49-F238E27FC236}">
                  <a16:creationId xmlns:a16="http://schemas.microsoft.com/office/drawing/2014/main" id="{9A3BBBFA-B462-4340-82C8-3EE5CCFB1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4A7D3C2E-F100-49BC-9F4E-DFB50B2F9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E46D4A85-2FF9-491B-BBF7-4D83EB8881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B8F6747A-BC05-4E83-8FE8-976BBCE30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4C1FEEA0-B31C-4DD8-9CC4-DAE0655780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BA783C12-3D0A-495D-B461-9D1FCC415A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9AD7D205-DA43-40B9-82B4-D570FB270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FDD4F5FF-D993-454E-AB84-8634B9E53F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EF64AEBB-D378-4CCE-9266-B45FC822EB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22217ABD-7AF1-44DF-9243-75E5C9792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0D885E59-AA75-4026-972E-4DEE1AB599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6AB41BAB-F8B8-402D-BC3D-82F73208A3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F67CC234-9EF0-4613-9013-F7F9AEC49E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032D8DE3-B3FD-47EC-B6D3-90CE4F037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40">
              <a:extLst>
                <a:ext uri="{FF2B5EF4-FFF2-40B4-BE49-F238E27FC236}">
                  <a16:creationId xmlns:a16="http://schemas.microsoft.com/office/drawing/2014/main" id="{A4218772-C699-478C-9D44-9459ABA4CA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F06E6D-242C-EAF0-51D4-7D6E26E99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42" y="2954226"/>
            <a:ext cx="5555624" cy="22321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600"/>
              <a:t>Первые языки программирования</a:t>
            </a:r>
          </a:p>
        </p:txBody>
      </p:sp>
      <p:sp>
        <p:nvSpPr>
          <p:cNvPr id="365" name="Right Triangle 342">
            <a:extLst>
              <a:ext uri="{FF2B5EF4-FFF2-40B4-BE49-F238E27FC236}">
                <a16:creationId xmlns:a16="http://schemas.microsoft.com/office/drawing/2014/main" id="{94D786EB-944C-47D5-B631-899F4029B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408102" y="-284146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Рисунок 7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AA28B80C-379B-E0B6-5CB8-7DF6271D92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80" r="22484" b="3"/>
          <a:stretch/>
        </p:blipFill>
        <p:spPr>
          <a:xfrm>
            <a:off x="6309311" y="1"/>
            <a:ext cx="5899302" cy="6862230"/>
          </a:xfrm>
          <a:custGeom>
            <a:avLst/>
            <a:gdLst/>
            <a:ahLst/>
            <a:cxnLst/>
            <a:rect l="l" t="t" r="r" b="b"/>
            <a:pathLst>
              <a:path w="5923149" h="6857997">
                <a:moveTo>
                  <a:pt x="320173" y="0"/>
                </a:moveTo>
                <a:lnTo>
                  <a:pt x="5923149" y="0"/>
                </a:lnTo>
                <a:lnTo>
                  <a:pt x="5923149" y="6857997"/>
                </a:lnTo>
                <a:lnTo>
                  <a:pt x="1111789" y="6857997"/>
                </a:lnTo>
                <a:lnTo>
                  <a:pt x="1106562" y="6546368"/>
                </a:lnTo>
                <a:cubicBezTo>
                  <a:pt x="1000021" y="3425651"/>
                  <a:pt x="-688878" y="3321843"/>
                  <a:pt x="320173" y="0"/>
                </a:cubicBezTo>
                <a:close/>
              </a:path>
            </a:pathLst>
          </a:cu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5201E08-0943-ABF9-2B79-341DEC8CB934}"/>
              </a:ext>
            </a:extLst>
          </p:cNvPr>
          <p:cNvSpPr txBox="1"/>
          <p:nvPr/>
        </p:nvSpPr>
        <p:spPr>
          <a:xfrm>
            <a:off x="2069629" y="2568222"/>
            <a:ext cx="27432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ru-RU"/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5DB9221A-21B3-20BA-D325-37F05E0D6E18}"/>
              </a:ext>
            </a:extLst>
          </p:cNvPr>
          <p:cNvSpPr/>
          <p:nvPr/>
        </p:nvSpPr>
        <p:spPr>
          <a:xfrm>
            <a:off x="1990920" y="5790736"/>
            <a:ext cx="2520000" cy="2520000"/>
          </a:xfrm>
          <a:prstGeom prst="ellipse">
            <a:avLst/>
          </a:prstGeom>
          <a:noFill/>
          <a:ln w="571500">
            <a:solidFill>
              <a:schemeClr val="tx1">
                <a:alpha val="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DC3F94F1-780B-6566-3BAB-95D3B69FBFF8}"/>
              </a:ext>
            </a:extLst>
          </p:cNvPr>
          <p:cNvSpPr/>
          <p:nvPr/>
        </p:nvSpPr>
        <p:spPr>
          <a:xfrm>
            <a:off x="3191713" y="-1598465"/>
            <a:ext cx="2520000" cy="2520000"/>
          </a:xfrm>
          <a:prstGeom prst="ellipse">
            <a:avLst/>
          </a:prstGeom>
          <a:noFill/>
          <a:ln w="571500">
            <a:solidFill>
              <a:schemeClr val="bg1">
                <a:alpha val="2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7939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70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" name="Freeform: Shape 203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6" name="Freeform: Shape 205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8" name="Freeform: Shape 207">
            <a:extLst>
              <a:ext uri="{FF2B5EF4-FFF2-40B4-BE49-F238E27FC236}">
                <a16:creationId xmlns:a16="http://schemas.microsoft.com/office/drawing/2014/main" id="{9A0D6220-3DFE-4182-9152-9135493A6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44C729BC-90F1-4823-A305-F6F124E93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640014BD-8822-4EFD-B887-1E95DBBB4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1E9445DF-509C-4993-834C-4A95C90E3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FDCB110E-203A-4D63-810B-7AB453AB9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F264073E-6737-44FE-BC04-BFEE37133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6DA24A7E-F63B-4B87-ABA5-BDD8F8F65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9CC2C5D2-CEDF-4390-A89D-71DBD7C37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8956D0DF-B8DD-44AB-A831-329B2973E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7AB17CF4-098C-43B0-A0E0-235CEB55F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D3CA7C27-06AF-4DB3-A3B2-F81C41D52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8BD2BB17-7774-4215-872F-9CF37633B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22E1C172-AA18-42F1-B952-4791B5035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C9D5EBAC-D904-4410-A575-1A2B810D8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8B38425E-0189-47B9-9F42-67DC5386E3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E6584C8E-A8AC-49AB-8E5B-337E14D4F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E8FCDC21-75B9-4F36-AEB4-186CDD994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79AAC1FD-FBB6-4E21-A267-E4B9029BB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20FDEAF3-AB6A-41DF-BF11-245120818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29F9892F-F26B-4C6F-A949-097D3EBC7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FCCA59EA-5156-402B-82A4-AAE14B2D9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31E175D8-17F1-46B8-807F-89A75CD4D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5AE169C4-F6B2-44D0-A73C-88C304E8A3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2CE19136-3F8D-4350-A424-8241923BC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CF937350-E379-4C45-BC56-20808BBED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FE4F6988-3981-46A0-B744-EE972197D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EDB419A9-FCB9-4B39-8D9E-91CC0B8E7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7D6861DB-43A8-4624-9ECC-5A96BE3A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4AFBD701-C20E-441D-8596-4BBBF4955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73C41C88-00F9-45AF-8D64-37BA70969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E6420BDA-21B9-4B17-A82E-A9EB28138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41" name="Rectangle 240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45" name="Right Triangle 244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7" name="Group 246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E5D83F-B6BE-B324-BBD8-1A3BA232F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42" y="732349"/>
            <a:ext cx="6542916" cy="27825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>
                <a:solidFill>
                  <a:schemeClr val="tx2">
                    <a:alpha val="80000"/>
                  </a:schemeClr>
                </a:solidFill>
              </a:rPr>
              <a:t>Нули</a:t>
            </a:r>
            <a:r>
              <a:rPr lang="en-US" sz="5400" dirty="0">
                <a:solidFill>
                  <a:schemeClr val="tx2">
                    <a:alpha val="80000"/>
                  </a:schemeClr>
                </a:solidFill>
              </a:rPr>
              <a:t> и </a:t>
            </a:r>
            <a:r>
              <a:rPr lang="en-US" sz="5400">
                <a:solidFill>
                  <a:schemeClr val="tx2">
                    <a:alpha val="80000"/>
                  </a:schemeClr>
                </a:solidFill>
              </a:rPr>
              <a:t>единицы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99AB99-0C75-0291-35B8-CD802B6D6F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9652" y="734430"/>
            <a:ext cx="4612131" cy="223220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>
                <a:solidFill>
                  <a:schemeClr val="tx2">
                    <a:alpha val="80000"/>
                  </a:schemeClr>
                </a:solidFill>
                <a:latin typeface="+mn-lt"/>
                <a:ea typeface="+mn-ea"/>
                <a:cs typeface="+mn-cs"/>
              </a:rPr>
              <a:t>Изначально программы писались на машинном коде</a:t>
            </a:r>
          </a:p>
        </p:txBody>
      </p:sp>
      <p:pic>
        <p:nvPicPr>
          <p:cNvPr id="4" name="Рисунок 5" descr="Изображение выглядит как текст, компьютер&#10;&#10;Автоматически созданное описание">
            <a:extLst>
              <a:ext uri="{FF2B5EF4-FFF2-40B4-BE49-F238E27FC236}">
                <a16:creationId xmlns:a16="http://schemas.microsoft.com/office/drawing/2014/main" id="{5AA613F5-902A-77A8-A61A-AEE4896445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627" r="2" b="33989"/>
          <a:stretch/>
        </p:blipFill>
        <p:spPr>
          <a:xfrm>
            <a:off x="1" y="3271957"/>
            <a:ext cx="12198212" cy="3599364"/>
          </a:xfrm>
          <a:custGeom>
            <a:avLst/>
            <a:gdLst/>
            <a:ahLst/>
            <a:cxnLst/>
            <a:rect l="l" t="t" r="r" b="b"/>
            <a:pathLst>
              <a:path w="12178449" h="3424057">
                <a:moveTo>
                  <a:pt x="8778628" y="0"/>
                </a:moveTo>
                <a:lnTo>
                  <a:pt x="9096995" y="0"/>
                </a:lnTo>
                <a:lnTo>
                  <a:pt x="9540073" y="10341"/>
                </a:lnTo>
                <a:cubicBezTo>
                  <a:pt x="10154127" y="37036"/>
                  <a:pt x="10847400" y="104023"/>
                  <a:pt x="11653844" y="224215"/>
                </a:cubicBezTo>
                <a:lnTo>
                  <a:pt x="12178449" y="307575"/>
                </a:lnTo>
                <a:lnTo>
                  <a:pt x="12178449" y="3424056"/>
                </a:lnTo>
                <a:lnTo>
                  <a:pt x="0" y="3424057"/>
                </a:lnTo>
                <a:lnTo>
                  <a:pt x="0" y="1093185"/>
                </a:lnTo>
                <a:lnTo>
                  <a:pt x="851945" y="1080793"/>
                </a:lnTo>
                <a:cubicBezTo>
                  <a:pt x="4637202" y="967650"/>
                  <a:pt x="5848483" y="115490"/>
                  <a:pt x="8385751" y="7749"/>
                </a:cubicBezTo>
                <a:close/>
              </a:path>
            </a:pathLst>
          </a:custGeom>
        </p:spPr>
      </p:pic>
      <p:sp>
        <p:nvSpPr>
          <p:cNvPr id="5" name="Овал 4">
            <a:extLst>
              <a:ext uri="{FF2B5EF4-FFF2-40B4-BE49-F238E27FC236}">
                <a16:creationId xmlns:a16="http://schemas.microsoft.com/office/drawing/2014/main" id="{D91C2300-7394-D8BD-743E-6DBE8D0EAC5E}"/>
              </a:ext>
            </a:extLst>
          </p:cNvPr>
          <p:cNvSpPr/>
          <p:nvPr/>
        </p:nvSpPr>
        <p:spPr>
          <a:xfrm>
            <a:off x="10399447" y="-1385809"/>
            <a:ext cx="2520000" cy="2520000"/>
          </a:xfrm>
          <a:prstGeom prst="ellipse">
            <a:avLst/>
          </a:prstGeom>
          <a:noFill/>
          <a:ln w="571500">
            <a:solidFill>
              <a:schemeClr val="bg1">
                <a:alpha val="47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7930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158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2" name="Freeform: Shape 191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4" name="Freeform: Shape 193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3BBF3378-C49E-4B97-A883-6393FBF18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DA3D4001-286E-4CB2-B293-3058BDDC8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F81F6D9A-C297-4D43-A56B-E097477E91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BBD5299F-3CBD-431D-A276-1F6EBDE639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0579A460-D36C-4808-99FD-224968EC8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4FACC58E-31A5-41E4-BCE1-9A0FF26F19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43EE866F-1BA5-4009-983D-0A270F2651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1E7DADAE-DB0C-47E3-AE16-C7B09A326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AB89127-DBEE-47FB-951F-C4FEBC41E9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368F6061-E9B4-4C8B-B421-CB81EF3715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54F431D3-EEE6-4416-BA2B-7B8942561C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C3A1230D-F162-470F-B26A-44F48789FC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128856B-8BFD-40E1-993B-93F4DDEEC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0AD4C0C2-878C-4A6F-998A-CDDC31ACD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7EE0349E-7D03-4F4E-BCAA-D6BAC3E057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FD4A5BD7-7EA2-4F4A-A88B-240C62605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A5DE89C9-D993-4FE5-9E60-4816CB1A6F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3574CA6C-639F-41A6-AED3-15C0E0E1B6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B3864BFB-5F88-4311-A2A0-12D067F91E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09B3E436-97A2-4763-9E55-2C470DF17D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8462A8CC-9918-4941-9B4A-36FB3F8531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B0671973-544E-4370-8DB9-174DAB82F9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505BD9-45DD-4763-90CB-FB9DB06615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3022B701-1894-49C5-A67C-6B8377C7C5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90501CD9-45DC-4009-A410-08DB27A87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00BD35CA-BF52-4F44-B789-E3B98042D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25AED4B0-30B1-4E36-86A4-42C2A91810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DA1A0260-34D8-4474-8C33-ED80F8309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FDCCA183-C630-4855-8BD6-0E4EEE59FC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843E8B9F-C809-423A-ADAA-80CE5C0711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2621EBC9-CEB1-4BA5-82D6-9944A3C12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9" name="Freeform: Shape 228">
            <a:extLst>
              <a:ext uri="{FF2B5EF4-FFF2-40B4-BE49-F238E27FC236}">
                <a16:creationId xmlns:a16="http://schemas.microsoft.com/office/drawing/2014/main" id="{EB68BB96-3C54-47CE-A559-16FC5968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31" name="Group 230">
            <a:extLst>
              <a:ext uri="{FF2B5EF4-FFF2-40B4-BE49-F238E27FC236}">
                <a16:creationId xmlns:a16="http://schemas.microsoft.com/office/drawing/2014/main" id="{BDDD9304-3AB6-4BE9-833E-9C1B3EC42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C7756000-2285-4D38-AD2B-91F47CF8B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2F7A36A8-4BBE-49D8-94DA-606561AC09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961EE45E-0342-4F26-8CD3-85CDDF7E5A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89C5DC0E-03C0-4CEB-AD10-3A3C99994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2E1CE081-E685-46D4-BAF7-54C65BD82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5486C88F-30DD-46C8-9B05-F885D4EB0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290BAD11-B30B-49DE-A566-E21BCDDCF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31F821CC-6C37-4415-8DA6-EF6B42D876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C9ECD1FB-7FE8-477E-8E90-648AE4E9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381C9DD8-7FF3-44E6-9887-1CE07DBD95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654D87AF-08CE-4125-AF4B-8C8A9D340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F3C9C908-1A58-4E28-969E-48E9BA61BB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3530AEF7-35DB-44E3-93EB-B3F0FBA9E5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6108D15E-72F2-45D7-9050-8322CB1F8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CC764F43-FB23-49CB-B2CA-ACFBFB412A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64C60457-68FC-4E1F-9ABB-E79094AE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22C915FB-0611-4283-8EC1-88510A69FC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3CF80AC6-E542-456F-BEE8-E9CF46AC21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9EC6EED6-01FF-4941-A4AB-224D26EE11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F8D16FF7-D5D7-4A97-BB5E-A069EF13A4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D703DF22-27D8-481B-95B5-A4A7A62066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1F7256DA-C9DD-498F-A3B4-789819FE4C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EBEBA9FF-8036-4656-B1F1-87953464D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575DABD2-EA79-4547-AFC6-53720AB60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3060E1B5-52C7-4314-98B0-3AE8A0B63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033D416E-D8B5-4097-B7F0-1BA0357D3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A5862DFC-3406-4DC9-AA41-0CE64748AF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3C908427-368C-4792-A5E5-313F77FF28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88CB189E-908B-495D-B023-05D3D2C1B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62" name="Rectangle 261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4A79F86F-62DD-46CD-2178-857A3FF757A4}"/>
              </a:ext>
            </a:extLst>
          </p:cNvPr>
          <p:cNvSpPr/>
          <p:nvPr/>
        </p:nvSpPr>
        <p:spPr>
          <a:xfrm>
            <a:off x="10630580" y="-958206"/>
            <a:ext cx="2520000" cy="2520000"/>
          </a:xfrm>
          <a:prstGeom prst="ellipse">
            <a:avLst/>
          </a:prstGeom>
          <a:noFill/>
          <a:ln w="571500">
            <a:solidFill>
              <a:schemeClr val="tx1">
                <a:alpha val="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6" name="Right Triangle 265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8" name="Freeform: Shape 267">
            <a:extLst>
              <a:ext uri="{FF2B5EF4-FFF2-40B4-BE49-F238E27FC236}">
                <a16:creationId xmlns:a16="http://schemas.microsoft.com/office/drawing/2014/main" id="{0B6C48B2-8296-4312-8901-93BB7735D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252" y="4554328"/>
            <a:ext cx="12178450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5">
              <a:lumMod val="50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70" name="Group 269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A761C1-FBDD-817B-256F-73C000A49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42" y="168275"/>
            <a:ext cx="4736693" cy="203870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 dirty="0" err="1"/>
              <a:t>Ассемблер</a:t>
            </a:r>
            <a:endParaRPr lang="en-US" sz="5400" dirty="0" err="1">
              <a:cs typeface="Posterama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9A61EA-9FE0-F759-11DE-B5D297FBB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8593" y="168275"/>
            <a:ext cx="4612131" cy="25749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latin typeface="+mn-lt"/>
                <a:ea typeface="+mn-ea"/>
                <a:cs typeface="+mn-cs"/>
              </a:rPr>
              <a:t>В </a:t>
            </a:r>
            <a:r>
              <a:rPr lang="en-US" sz="2400" kern="1200" dirty="0" err="1">
                <a:latin typeface="+mn-lt"/>
                <a:ea typeface="+mn-ea"/>
                <a:cs typeface="+mn-cs"/>
              </a:rPr>
              <a:t>конце</a:t>
            </a:r>
            <a:r>
              <a:rPr lang="en-US" sz="2400" kern="1200" dirty="0">
                <a:latin typeface="+mn-lt"/>
                <a:ea typeface="+mn-ea"/>
                <a:cs typeface="+mn-cs"/>
              </a:rPr>
              <a:t> 1940х </a:t>
            </a:r>
            <a:r>
              <a:rPr lang="en-US" sz="2400" kern="1200" dirty="0" err="1">
                <a:latin typeface="+mn-lt"/>
                <a:ea typeface="+mn-ea"/>
                <a:cs typeface="+mn-cs"/>
              </a:rPr>
              <a:t>появился</a:t>
            </a:r>
            <a:r>
              <a:rPr lang="en-US" sz="2400" kern="1200" dirty="0"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latin typeface="+mn-lt"/>
                <a:ea typeface="+mn-ea"/>
                <a:cs typeface="+mn-cs"/>
              </a:rPr>
              <a:t>первый</a:t>
            </a:r>
            <a:r>
              <a:rPr lang="en-US" sz="2400" kern="1200" dirty="0"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latin typeface="+mn-lt"/>
                <a:ea typeface="+mn-ea"/>
                <a:cs typeface="+mn-cs"/>
              </a:rPr>
              <a:t>язык</a:t>
            </a:r>
            <a:r>
              <a:rPr lang="en-US" sz="2400" kern="1200" dirty="0">
                <a:latin typeface="+mn-lt"/>
                <a:ea typeface="+mn-ea"/>
                <a:cs typeface="+mn-cs"/>
              </a:rPr>
              <a:t> </a:t>
            </a:r>
            <a:r>
              <a:rPr lang="en-US" sz="2400" kern="1200" dirty="0" err="1">
                <a:latin typeface="+mn-lt"/>
                <a:ea typeface="+mn-ea"/>
                <a:cs typeface="+mn-cs"/>
              </a:rPr>
              <a:t>программирования</a:t>
            </a:r>
            <a:endParaRPr lang="en-US" sz="24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7" name="Рисунок 7">
            <a:extLst>
              <a:ext uri="{FF2B5EF4-FFF2-40B4-BE49-F238E27FC236}">
                <a16:creationId xmlns:a16="http://schemas.microsoft.com/office/drawing/2014/main" id="{471D62E3-7E65-DF6C-E56A-05E06C442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736" y="2211041"/>
            <a:ext cx="7969125" cy="4648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920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Rectangle 397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1" name="Freeform: Shape 430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3" name="Freeform: Shape 432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35" name="Freeform: Shape 434">
            <a:extLst>
              <a:ext uri="{FF2B5EF4-FFF2-40B4-BE49-F238E27FC236}">
                <a16:creationId xmlns:a16="http://schemas.microsoft.com/office/drawing/2014/main" id="{9A0D6220-3DFE-4182-9152-9135493A6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37" name="Group 436">
            <a:extLst>
              <a:ext uri="{FF2B5EF4-FFF2-40B4-BE49-F238E27FC236}">
                <a16:creationId xmlns:a16="http://schemas.microsoft.com/office/drawing/2014/main" id="{44C729BC-90F1-4823-A305-F6F124E93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640014BD-8822-4EFD-B887-1E95DBBB4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1E9445DF-509C-4993-834C-4A95C90E3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FDCB110E-203A-4D63-810B-7AB453AB9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F264073E-6737-44FE-BC04-BFEE37133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6DA24A7E-F63B-4B87-ABA5-BDD8F8F65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9CC2C5D2-CEDF-4390-A89D-71DBD7C37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8956D0DF-B8DD-44AB-A831-329B2973E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7AB17CF4-098C-43B0-A0E0-235CEB55F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D3CA7C27-06AF-4DB3-A3B2-F81C41D52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8BD2BB17-7774-4215-872F-9CF37633B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22E1C172-AA18-42F1-B952-4791B5035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C9D5EBAC-D904-4410-A575-1A2B810D8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8B38425E-0189-47B9-9F42-67DC5386E3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E6584C8E-A8AC-49AB-8E5B-337E14D4F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E8FCDC21-75B9-4F36-AEB4-186CDD994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79AAC1FD-FBB6-4E21-A267-E4B9029BB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20FDEAF3-AB6A-41DF-BF11-245120818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29F9892F-F26B-4C6F-A949-097D3EBC7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FCCA59EA-5156-402B-82A4-AAE14B2D9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31E175D8-17F1-46B8-807F-89A75CD4D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5AE169C4-F6B2-44D0-A73C-88C304E8A3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Straight Connector 458">
              <a:extLst>
                <a:ext uri="{FF2B5EF4-FFF2-40B4-BE49-F238E27FC236}">
                  <a16:creationId xmlns:a16="http://schemas.microsoft.com/office/drawing/2014/main" id="{2CE19136-3F8D-4350-A424-8241923BC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Straight Connector 459">
              <a:extLst>
                <a:ext uri="{FF2B5EF4-FFF2-40B4-BE49-F238E27FC236}">
                  <a16:creationId xmlns:a16="http://schemas.microsoft.com/office/drawing/2014/main" id="{CF937350-E379-4C45-BC56-20808BBED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Straight Connector 460">
              <a:extLst>
                <a:ext uri="{FF2B5EF4-FFF2-40B4-BE49-F238E27FC236}">
                  <a16:creationId xmlns:a16="http://schemas.microsoft.com/office/drawing/2014/main" id="{FE4F6988-3981-46A0-B744-EE972197D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Straight Connector 461">
              <a:extLst>
                <a:ext uri="{FF2B5EF4-FFF2-40B4-BE49-F238E27FC236}">
                  <a16:creationId xmlns:a16="http://schemas.microsoft.com/office/drawing/2014/main" id="{EDB419A9-FCB9-4B39-8D9E-91CC0B8E7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Straight Connector 462">
              <a:extLst>
                <a:ext uri="{FF2B5EF4-FFF2-40B4-BE49-F238E27FC236}">
                  <a16:creationId xmlns:a16="http://schemas.microsoft.com/office/drawing/2014/main" id="{7D6861DB-43A8-4624-9ECC-5A96BE3A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Straight Connector 463">
              <a:extLst>
                <a:ext uri="{FF2B5EF4-FFF2-40B4-BE49-F238E27FC236}">
                  <a16:creationId xmlns:a16="http://schemas.microsoft.com/office/drawing/2014/main" id="{4AFBD701-C20E-441D-8596-4BBBF4955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Straight Connector 464">
              <a:extLst>
                <a:ext uri="{FF2B5EF4-FFF2-40B4-BE49-F238E27FC236}">
                  <a16:creationId xmlns:a16="http://schemas.microsoft.com/office/drawing/2014/main" id="{73C41C88-00F9-45AF-8D64-37BA70969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Straight Connector 465">
              <a:extLst>
                <a:ext uri="{FF2B5EF4-FFF2-40B4-BE49-F238E27FC236}">
                  <a16:creationId xmlns:a16="http://schemas.microsoft.com/office/drawing/2014/main" id="{E6420BDA-21B9-4B17-A82E-A9EB28138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468" name="Rectangle 467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72" name="Right Triangle 471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74" name="Group 473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475" name="Straight Connector 474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Straight Connector 475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Straight Connector 476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Straight Connector 477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Straight Connector 478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Straight Connector 479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Straight Connector 480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Straight Connector 481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Straight Connector 482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Straight Connector 483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Straight Connector 484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Straight Connector 485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Straight Connector 486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Straight Connector 487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Straight Connector 488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Straight Connector 489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Straight Connector 490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Straight Connector 491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Straight Connector 492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Straight Connector 493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Straight Connector 494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Straight Connector 495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Straight Connector 496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Straight Connector 497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Straight Connector 498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Straight Connector 499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Straight Connector 500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Straight Connector 501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Straight Connector 502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3C70B4-56FE-8195-1B18-7B23576AA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42" y="732349"/>
            <a:ext cx="6542916" cy="27825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>
                <a:solidFill>
                  <a:schemeClr val="tx2">
                    <a:alpha val="80000"/>
                  </a:schemeClr>
                </a:solidFill>
              </a:rPr>
              <a:t>Shortcode и UNIVAC</a:t>
            </a:r>
          </a:p>
        </p:txBody>
      </p:sp>
      <p:pic>
        <p:nvPicPr>
          <p:cNvPr id="6" name="Рисунок 7" descr="Изображение выглядит как текст, в помещении, электроника, компьютер&#10;&#10;Автоматически созданное описание">
            <a:extLst>
              <a:ext uri="{FF2B5EF4-FFF2-40B4-BE49-F238E27FC236}">
                <a16:creationId xmlns:a16="http://schemas.microsoft.com/office/drawing/2014/main" id="{CF91D381-BD26-1431-0C77-244587F66F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879" r="2" b="37778"/>
          <a:stretch/>
        </p:blipFill>
        <p:spPr>
          <a:xfrm>
            <a:off x="1" y="3271957"/>
            <a:ext cx="12198212" cy="3599364"/>
          </a:xfrm>
          <a:custGeom>
            <a:avLst/>
            <a:gdLst/>
            <a:ahLst/>
            <a:cxnLst/>
            <a:rect l="l" t="t" r="r" b="b"/>
            <a:pathLst>
              <a:path w="12178449" h="3424057">
                <a:moveTo>
                  <a:pt x="8778628" y="0"/>
                </a:moveTo>
                <a:lnTo>
                  <a:pt x="9096995" y="0"/>
                </a:lnTo>
                <a:lnTo>
                  <a:pt x="9540073" y="10341"/>
                </a:lnTo>
                <a:cubicBezTo>
                  <a:pt x="10154127" y="37036"/>
                  <a:pt x="10847400" y="104023"/>
                  <a:pt x="11653844" y="224215"/>
                </a:cubicBezTo>
                <a:lnTo>
                  <a:pt x="12178449" y="307575"/>
                </a:lnTo>
                <a:lnTo>
                  <a:pt x="12178449" y="3424056"/>
                </a:lnTo>
                <a:lnTo>
                  <a:pt x="0" y="3424057"/>
                </a:lnTo>
                <a:lnTo>
                  <a:pt x="0" y="1093185"/>
                </a:lnTo>
                <a:lnTo>
                  <a:pt x="851945" y="1080793"/>
                </a:lnTo>
                <a:cubicBezTo>
                  <a:pt x="4637202" y="967650"/>
                  <a:pt x="5848483" y="115490"/>
                  <a:pt x="8385751" y="7749"/>
                </a:cubicBezTo>
                <a:close/>
              </a:path>
            </a:pathLst>
          </a:custGeom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7135AC3B-9002-94E4-53F1-F9835AAB2EDB}"/>
              </a:ext>
            </a:extLst>
          </p:cNvPr>
          <p:cNvSpPr/>
          <p:nvPr/>
        </p:nvSpPr>
        <p:spPr>
          <a:xfrm>
            <a:off x="10186908" y="-1391049"/>
            <a:ext cx="2520000" cy="2520000"/>
          </a:xfrm>
          <a:prstGeom prst="ellipse">
            <a:avLst/>
          </a:prstGeom>
          <a:noFill/>
          <a:ln w="571500">
            <a:solidFill>
              <a:schemeClr val="accent1">
                <a:lumMod val="40000"/>
                <a:lumOff val="60000"/>
                <a:alpha val="2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57841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69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3" name="Freeform: Shape 202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5" name="Freeform: Shape 204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C4F0DF2-1EED-4581-B655-8C14C5BAB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00BFC5BA-6DE6-44CA-ABB3-B3608F58C0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06656511-A030-4BD3-B325-1BB18F815B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288CC28-AA87-4D27-96EF-0FFCD724F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85E4EED0-F089-45CF-93AD-B362A35368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26741D08-7088-4217-A44C-71AA51EB74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05503FB3-BAAD-42C0-8EBA-5CDA10D2F9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E834AF4-3015-4DFE-9107-2D8A8C1DEE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3F5DF72A-DF3A-46F8-A252-EB9075F1D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125FA523-17DE-4F0E-AD5D-46E16BE2EC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E8F81B53-3405-410E-B95B-5D3BF478EC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3020D03C-4244-490F-8F17-E4DC7E06EE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9B546E31-ADB4-4DD3-97D0-D2CE65864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54ECBE7-87BE-418C-84CB-2C97150E0C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DCEAE0C6-BE06-4829-A726-C4B971DAD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165A106A-1280-46B8-BF3F-92B96089BE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A2FF9BB2-1860-41A2-BDB7-4B84B6B663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34F039B0-F4E2-4CEE-BB91-B488F5F5E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CF37B5B6-7EB3-45F8-AEB1-E0BDD46A1F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DA43C65D-FC4F-4A94-A282-ED8E1A6C49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B920901A-BF5A-4C3B-A332-5D109BC1C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8FD346FF-7553-4C8C-AB82-B5D088B717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0F345494-DD47-4C04-8561-5119CAED9B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2E1A247E-68D6-4B2E-86F4-C700638B9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7B1D562A-57F9-43DF-8017-07335A77E7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0182C29E-C640-414F-AF33-00A361628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C49C7892-2496-4688-B3A1-AA5A3A835D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0FE2C122-E284-413F-B53A-9D26F8EDC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B1C98336-118A-47E3-AF37-8E4520535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0AF93011-FD27-4868-BCBA-9231F5C465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F0FC9123-238F-43D0-8CB7-E86E3C5965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0" name="Freeform: Shape 239">
            <a:extLst>
              <a:ext uri="{FF2B5EF4-FFF2-40B4-BE49-F238E27FC236}">
                <a16:creationId xmlns:a16="http://schemas.microsoft.com/office/drawing/2014/main" id="{C81816BF-4EE2-4CE9-99A7-4F75A91681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242" name="Group 241">
            <a:extLst>
              <a:ext uri="{FF2B5EF4-FFF2-40B4-BE49-F238E27FC236}">
                <a16:creationId xmlns:a16="http://schemas.microsoft.com/office/drawing/2014/main" id="{88FCC076-1793-49D4-A8A1-873C7CCB2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A529D05F-B140-4D92-9E87-C3F0F281E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7CEBE85D-0EDF-40A3-AE79-56B4F4DD10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BADB3876-0961-4778-9C1E-5ED919FE18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D31ECC70-1F06-4512-813E-25CC529EF4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C22CA859-AA14-4974-B43C-E90849AC0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D7FB4066-EE5E-488F-80D9-3D0EDC3552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494ADAD6-5CA4-439F-ABCF-86BC0C4D6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50F50FDC-FDD4-484B-A31D-811BEA3D53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7AF0100B-9CF4-4BB6-A807-C4CB17123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8721CF6D-5708-4E6A-971C-07774C148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1F54838E-8781-4EBE-A17B-27E33F3984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C41F26D3-B871-4E21-9004-D11EF96A12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531EA105-0F81-4105-ABD9-662C08BD0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4F247CA8-D22C-4FC6-8092-7CA85B3D1B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C65C7FD0-94F8-474C-921B-DE20553946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CA00FBC9-4B2B-4604-A291-0EDF9122B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2C505161-0F33-4BF2-B26E-5C354EC2B1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1CB375BD-F040-4D3C-95AF-74CC630B08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03FCF0DA-7EC1-4D00-8966-DD0269E5DD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C3A40679-7185-439E-B23A-E902EE6278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6F9FA972-C678-4339-9B2F-BB98235C3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A923882E-7639-4A11-B9F3-F0914D3107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5C1E82D7-7767-48C5-AEF1-1771C448F7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1D9B93F4-3298-40CA-A2E4-69BC0BCC9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2F39121C-5BEE-4CE8-8CC8-9C5CBF082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16600740-557C-4C80-9CDC-FE7A56D754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30E50F3D-0F5E-4A5C-B02B-258D00C1E0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0F4520DB-3692-4FE7-A82C-223D24DEA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AF9F4596-27D0-4999-8E68-55E591E24D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273" name="Rectangle 272">
            <a:extLst>
              <a:ext uri="{FF2B5EF4-FFF2-40B4-BE49-F238E27FC236}">
                <a16:creationId xmlns:a16="http://schemas.microsoft.com/office/drawing/2014/main" id="{A173122F-D466-4F08-90FA-0038F7AC2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4A929113-1368-4B1B-9C6F-140F47CBF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77" name="Right Triangle 276">
            <a:extLst>
              <a:ext uri="{FF2B5EF4-FFF2-40B4-BE49-F238E27FC236}">
                <a16:creationId xmlns:a16="http://schemas.microsoft.com/office/drawing/2014/main" id="{C24346C5-B1C8-4C83-846B-122A3B4B2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0" y="1555699"/>
            <a:ext cx="568289" cy="568289"/>
          </a:xfrm>
          <a:prstGeom prst="rtTriangle">
            <a:avLst/>
          </a:prstGeom>
          <a:solidFill>
            <a:schemeClr val="accent5">
              <a:lumMod val="5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9" name="Freeform: Shape 278">
            <a:extLst>
              <a:ext uri="{FF2B5EF4-FFF2-40B4-BE49-F238E27FC236}">
                <a16:creationId xmlns:a16="http://schemas.microsoft.com/office/drawing/2014/main" id="{0B6C48B2-8296-4312-8901-93BB7735D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252" y="4554328"/>
            <a:ext cx="12178450" cy="2303672"/>
          </a:xfrm>
          <a:custGeom>
            <a:avLst/>
            <a:gdLst>
              <a:gd name="connsiteX0" fmla="*/ 8951169 w 12178450"/>
              <a:gd name="connsiteY0" fmla="*/ 32 h 2001622"/>
              <a:gd name="connsiteX1" fmla="*/ 11653845 w 12178450"/>
              <a:gd name="connsiteY1" fmla="*/ 209874 h 2001622"/>
              <a:gd name="connsiteX2" fmla="*/ 12178450 w 12178450"/>
              <a:gd name="connsiteY2" fmla="*/ 286723 h 2001622"/>
              <a:gd name="connsiteX3" fmla="*/ 12178450 w 12178450"/>
              <a:gd name="connsiteY3" fmla="*/ 2001622 h 2001622"/>
              <a:gd name="connsiteX4" fmla="*/ 0 w 12178450"/>
              <a:gd name="connsiteY4" fmla="*/ 2001622 h 2001622"/>
              <a:gd name="connsiteX5" fmla="*/ 0 w 12178450"/>
              <a:gd name="connsiteY5" fmla="*/ 1010979 h 2001622"/>
              <a:gd name="connsiteX6" fmla="*/ 8951169 w 12178450"/>
              <a:gd name="connsiteY6" fmla="*/ 32 h 20016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78450" h="2001622">
                <a:moveTo>
                  <a:pt x="8951169" y="32"/>
                </a:moveTo>
                <a:cubicBezTo>
                  <a:pt x="9704520" y="1593"/>
                  <a:pt x="10578586" y="62133"/>
                  <a:pt x="11653845" y="209874"/>
                </a:cubicBezTo>
                <a:lnTo>
                  <a:pt x="12178450" y="286723"/>
                </a:lnTo>
                <a:lnTo>
                  <a:pt x="12178450" y="2001622"/>
                </a:lnTo>
                <a:lnTo>
                  <a:pt x="0" y="2001622"/>
                </a:lnTo>
                <a:lnTo>
                  <a:pt x="0" y="1010979"/>
                </a:lnTo>
                <a:cubicBezTo>
                  <a:pt x="4768989" y="1010979"/>
                  <a:pt x="5812206" y="-6472"/>
                  <a:pt x="8951169" y="32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90F28F7A-4F2F-4C1B-AF1C-A6E7C79532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B23CC870-B5E9-475F-A625-9E862A62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42A6B08C-017D-4B4D-95EC-4BB83C5541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94599402-E1B8-4E3B-A56D-68606FC1EF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B720C48A-E9A0-4B85-A954-39375E099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B0E26956-FF2A-412E-ACC4-29CCD02599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FB31E652-49AC-4108-85B8-75122A48A5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DC1DB29F-0624-4035-B188-640616D5DE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1D27221C-2427-4C99-89DC-1A38A54058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2DBF1D76-8076-4BAE-B627-F1861C9E08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8E930E41-FC2F-4319-9C28-32C278430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C0936C1B-0C10-464B-85C8-345095AAB3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DB90EC61-FD0C-434A-9D1B-A20035C21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A5F5CC56-1FDA-4D3E-9C6E-8E996026C3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272B8FB2-B735-480F-9A88-48AADB2227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85B46C1B-4FC4-4E24-AC43-07940BE1E6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C34915AF-0AE3-4EDD-8681-4C3F2C592B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5C35A3F3-714E-4F69-9BDF-8ED284EF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03D561AC-B0B1-47EB-BE05-209F5612B7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D3508E52-4FD9-4E6D-AFEA-69A88ED26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C69DDE76-16F7-472F-B6D7-84AE8FFF31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B2D87BEF-8844-4A3E-B130-B7D26740C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BB381129-2089-4EAA-AE6C-2BAA96BC82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5B69BF7A-FA63-4706-8066-DF15018E6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6A3ECB71-0CCD-403F-B14B-ABC48D78C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D9095BBA-0FE1-49E5-89F7-22125BAF87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B55351D8-6F27-4B82-968B-581B177C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351025A5-EB5A-4057-A85E-69AF0E6BE6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5030318B-EEB9-4D92-BC50-D115109898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417FC0E3-7CC7-4188-BC7A-7E8FB5564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solidFill>
              <a:schemeClr val="accent5">
                <a:lumMod val="50000"/>
                <a:alpha val="17000"/>
              </a:schemeClr>
            </a:solidFill>
            <a:ln>
              <a:solidFill>
                <a:schemeClr val="accent2">
                  <a:alpha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AA56E7-9D54-444A-A15D-6E1238A27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142" y="168275"/>
            <a:ext cx="6542916" cy="278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400"/>
              <a:t>Языки после ассемблера</a:t>
            </a:r>
          </a:p>
        </p:txBody>
      </p:sp>
      <p:pic>
        <p:nvPicPr>
          <p:cNvPr id="4" name="Рисунок 4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DC4FAC08-3DA9-6B56-BDEF-340C8E2E2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48" y="3507970"/>
            <a:ext cx="2756516" cy="2756516"/>
          </a:xfrm>
          <a:prstGeom prst="rect">
            <a:avLst/>
          </a:prstGeom>
        </p:spPr>
      </p:pic>
      <p:pic>
        <p:nvPicPr>
          <p:cNvPr id="6" name="Рисунок 6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C9E94784-E7C2-E990-3632-3DD328D71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115" y="3507970"/>
            <a:ext cx="2756516" cy="2756516"/>
          </a:xfrm>
          <a:prstGeom prst="rect">
            <a:avLst/>
          </a:prstGeom>
        </p:spPr>
      </p:pic>
      <p:pic>
        <p:nvPicPr>
          <p:cNvPr id="10" name="Рисунок 11">
            <a:extLst>
              <a:ext uri="{FF2B5EF4-FFF2-40B4-BE49-F238E27FC236}">
                <a16:creationId xmlns:a16="http://schemas.microsoft.com/office/drawing/2014/main" id="{52AA93C0-B062-A8B0-C512-3D55D1303D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046" y="3507970"/>
            <a:ext cx="2765988" cy="2756516"/>
          </a:xfrm>
          <a:prstGeom prst="rect">
            <a:avLst/>
          </a:prstGeom>
        </p:spPr>
      </p:pic>
      <p:pic>
        <p:nvPicPr>
          <p:cNvPr id="12" name="Рисунок 42" descr="Изображение выглядит как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C7971DED-56A9-504B-E0A7-C3ED87023F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6793" y="4157664"/>
            <a:ext cx="2899827" cy="1457127"/>
          </a:xfrm>
          <a:prstGeom prst="rect">
            <a:avLst/>
          </a:prstGeom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97F80570-12DF-BEA2-BB46-CD27D930E3A1}"/>
              </a:ext>
            </a:extLst>
          </p:cNvPr>
          <p:cNvSpPr/>
          <p:nvPr/>
        </p:nvSpPr>
        <p:spPr>
          <a:xfrm>
            <a:off x="7332991" y="-1537183"/>
            <a:ext cx="2520000" cy="2520000"/>
          </a:xfrm>
          <a:prstGeom prst="ellipse">
            <a:avLst/>
          </a:prstGeom>
          <a:noFill/>
          <a:ln w="571500">
            <a:solidFill>
              <a:schemeClr val="tx1">
                <a:alpha val="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6882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DD0EAF-BF73-48D8-A426-3085C4B88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7BCC6446-8462-4A63-9B6F-8F57EC4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118ECEF-CA6A-4CB6-BCA5-59B2DB40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DC2A251-C28C-4A72-BAFF-511640FB2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DDDB2429-3E01-4CD5-998D-8F5716A09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1E26953B-4BE7-4AD0-B471-088DBB23D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E9D9ED6D-9817-4272-9FEF-E674FBCCC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718C0DE-4596-4A70-AA4F-E678AC7FB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8B48095-74C2-4053-872D-D3F70910C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6224D0B6-A4CB-4D98-A1DC-2770B95F9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B39DE9C-23C1-4ABA-BD0D-B76BDC963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9DDAAE0-966C-4350-8819-857CF524F3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EE6C021-FBD3-42F3-9A9C-69C4E7198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02961B9-65E1-4B12-AD98-9845BC3F4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22ABFE0-D700-4FD9-9CC8-D138B29AB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FFF1A3-B8BF-470C-9436-D5B781853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98B6551-FF5D-49F5-8D3E-757AEC357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0F3BFE5-573C-42C0-94D5-E5513CCC5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57931AB-4B07-4E0E-B3E4-84E2452E0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CC4789DB-7083-4597-9FC7-6336EA0BE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9E0B4F1D-D11A-4023-BE6B-6679ABB2B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8633D7A-F6FC-418F-AD87-0EE148C1A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0FC8FCC-6F69-4802-995C-903AE4416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6ABFCE7-4796-4186-8EDC-DB6CE87BC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E1935BF2-A804-46BA-940A-DDAD7888F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ED012DA9-8D67-483A-8071-2903F2E3B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09163DC-956E-44BE-B55A-E6C2C851D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6CDE9FD-1880-483F-A039-BEB3AB0D3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8DDB23B-71E7-42A3-B055-5740EE14C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7245B63-D771-461D-A625-4B49966D2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F1DF9FF-1F61-4B4F-8993-6897DE09C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4092F139-6734-46F3-B176-11741F1F7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13DB36-1F59-03BE-C596-9F23D4F3AF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725467"/>
            <a:ext cx="5414255" cy="2784496"/>
          </a:xfrm>
        </p:spPr>
        <p:txBody>
          <a:bodyPr>
            <a:normAutofit/>
          </a:bodyPr>
          <a:lstStyle/>
          <a:p>
            <a:pPr algn="l"/>
            <a:r>
              <a:rPr lang="ru-RU">
                <a:solidFill>
                  <a:schemeClr val="tx2">
                    <a:alpha val="80000"/>
                  </a:schemeClr>
                </a:solidFill>
                <a:cs typeface="Posterama"/>
              </a:rPr>
              <a:t>Классификация</a:t>
            </a:r>
            <a:endParaRPr lang="ru-RU">
              <a:solidFill>
                <a:schemeClr val="tx2">
                  <a:alpha val="80000"/>
                </a:schemeClr>
              </a:solidFill>
            </a:endParaRPr>
          </a:p>
        </p:txBody>
      </p:sp>
      <p:pic>
        <p:nvPicPr>
          <p:cNvPr id="9" name="Рисунок 9">
            <a:extLst>
              <a:ext uri="{FF2B5EF4-FFF2-40B4-BE49-F238E27FC236}">
                <a16:creationId xmlns:a16="http://schemas.microsoft.com/office/drawing/2014/main" id="{B4FD2876-FBB5-8AD7-029B-AA137107425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493" r="24467" b="-1"/>
          <a:stretch/>
        </p:blipFill>
        <p:spPr>
          <a:xfrm>
            <a:off x="6084873" y="-3440"/>
            <a:ext cx="6129950" cy="6861439"/>
          </a:xfrm>
          <a:custGeom>
            <a:avLst/>
            <a:gdLst/>
            <a:ahLst/>
            <a:cxnLst/>
            <a:rect l="l" t="t" r="r" b="b"/>
            <a:pathLst>
              <a:path w="6129950" h="6861439">
                <a:moveTo>
                  <a:pt x="1687527" y="0"/>
                </a:moveTo>
                <a:lnTo>
                  <a:pt x="6129950" y="0"/>
                </a:lnTo>
                <a:lnTo>
                  <a:pt x="6129950" y="6858000"/>
                </a:lnTo>
                <a:lnTo>
                  <a:pt x="5040333" y="6858000"/>
                </a:lnTo>
                <a:lnTo>
                  <a:pt x="5040333" y="6861439"/>
                </a:lnTo>
                <a:lnTo>
                  <a:pt x="272442" y="6861439"/>
                </a:lnTo>
                <a:lnTo>
                  <a:pt x="196402" y="6549696"/>
                </a:lnTo>
                <a:cubicBezTo>
                  <a:pt x="-517926" y="3427393"/>
                  <a:pt x="946083" y="3323532"/>
                  <a:pt x="946083" y="1"/>
                </a:cubicBezTo>
                <a:lnTo>
                  <a:pt x="1687527" y="1"/>
                </a:lnTo>
                <a:close/>
              </a:path>
            </a:pathLst>
          </a:custGeom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EAC67396-2B14-3935-05D8-2566B2EFA413}"/>
              </a:ext>
            </a:extLst>
          </p:cNvPr>
          <p:cNvSpPr/>
          <p:nvPr/>
        </p:nvSpPr>
        <p:spPr>
          <a:xfrm>
            <a:off x="3632907" y="-1738687"/>
            <a:ext cx="2520000" cy="2520000"/>
          </a:xfrm>
          <a:prstGeom prst="ellipse">
            <a:avLst/>
          </a:prstGeom>
          <a:noFill/>
          <a:ln w="571500">
            <a:solidFill>
              <a:schemeClr val="accent1">
                <a:lumMod val="40000"/>
                <a:lumOff val="60000"/>
                <a:alpha val="2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Овал 3">
            <a:extLst>
              <a:ext uri="{FF2B5EF4-FFF2-40B4-BE49-F238E27FC236}">
                <a16:creationId xmlns:a16="http://schemas.microsoft.com/office/drawing/2014/main" id="{17A62D72-C40E-F577-E74C-FBB24E0335CD}"/>
              </a:ext>
            </a:extLst>
          </p:cNvPr>
          <p:cNvSpPr/>
          <p:nvPr/>
        </p:nvSpPr>
        <p:spPr>
          <a:xfrm>
            <a:off x="-625407" y="5624202"/>
            <a:ext cx="2520000" cy="2520000"/>
          </a:xfrm>
          <a:prstGeom prst="ellipse">
            <a:avLst/>
          </a:prstGeom>
          <a:noFill/>
          <a:ln w="571500">
            <a:solidFill>
              <a:schemeClr val="accent6">
                <a:lumMod val="40000"/>
                <a:lumOff val="60000"/>
                <a:alpha val="2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8367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E783A3-63CB-2A59-09E8-63A53E0BA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Posterama"/>
              </a:rPr>
              <a:t>Компилируемые и интерпретируемые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670B523-1271-F44A-BE64-70255DF0E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7586" y="1849800"/>
            <a:ext cx="5157787" cy="1150937"/>
          </a:xfrm>
        </p:spPr>
        <p:txBody>
          <a:bodyPr>
            <a:normAutofit/>
          </a:bodyPr>
          <a:lstStyle/>
          <a:p>
            <a:r>
              <a:rPr lang="ru-RU" sz="2000" dirty="0"/>
              <a:t>Компилируемые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7CFA5A-AA94-E84B-26F6-A6C0720A1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586" y="3111621"/>
            <a:ext cx="3402296" cy="30876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 dirty="0"/>
              <a:t>Требуется компилятор</a:t>
            </a:r>
          </a:p>
          <a:p>
            <a:pPr>
              <a:buClr>
                <a:srgbClr val="FFFFFF"/>
              </a:buClr>
            </a:pPr>
            <a:r>
              <a:rPr lang="ru-RU" sz="2400" dirty="0"/>
              <a:t>Программа собирается в исполняемый файл и только потом запускается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8F06D4E-62F7-EAE2-D606-52E6ED558E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159187" y="1849800"/>
            <a:ext cx="5183188" cy="1150937"/>
          </a:xfrm>
        </p:spPr>
        <p:txBody>
          <a:bodyPr>
            <a:normAutofit/>
          </a:bodyPr>
          <a:lstStyle/>
          <a:p>
            <a:r>
              <a:rPr lang="ru-RU" sz="2000" dirty="0"/>
              <a:t>Интерпретируемые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1E42B93-02CF-D9E8-5B09-4F7B5AFAA5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59186" y="3073038"/>
            <a:ext cx="3408405" cy="30876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 dirty="0"/>
              <a:t>Требуется интерпретатор</a:t>
            </a:r>
          </a:p>
          <a:p>
            <a:pPr>
              <a:buClr>
                <a:srgbClr val="FFFFFF"/>
              </a:buClr>
            </a:pPr>
            <a:r>
              <a:rPr lang="ru-RU" sz="2400" dirty="0"/>
              <a:t>Программа выполняется последовательно, без предварительной сборки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668A7903-9496-DC6D-59E6-DC47098F6F94}"/>
              </a:ext>
            </a:extLst>
          </p:cNvPr>
          <p:cNvSpPr txBox="1">
            <a:spLocks/>
          </p:cNvSpPr>
          <p:nvPr/>
        </p:nvSpPr>
        <p:spPr>
          <a:xfrm>
            <a:off x="4321839" y="1849800"/>
            <a:ext cx="5157787" cy="11509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None/>
              <a:defRPr sz="2400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None/>
              <a:defRPr sz="20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None/>
              <a:defRPr sz="18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None/>
              <a:defRPr sz="16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None/>
              <a:defRPr sz="16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Двухэтапные</a:t>
            </a:r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5B612797-7156-2F8D-9B55-087810248302}"/>
              </a:ext>
            </a:extLst>
          </p:cNvPr>
          <p:cNvSpPr txBox="1">
            <a:spLocks/>
          </p:cNvSpPr>
          <p:nvPr/>
        </p:nvSpPr>
        <p:spPr>
          <a:xfrm>
            <a:off x="4321839" y="3111621"/>
            <a:ext cx="3546979" cy="30876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2400" dirty="0"/>
              <a:t>Язык переводится на </a:t>
            </a:r>
            <a:r>
              <a:rPr lang="ru-RU" sz="2400"/>
              <a:t>другой, более близкий к машинному коду</a:t>
            </a:r>
          </a:p>
          <a:p>
            <a:pPr>
              <a:buClr>
                <a:srgbClr val="FFFFFF"/>
              </a:buClr>
            </a:pPr>
            <a:r>
              <a:rPr lang="ru-RU" sz="2400" dirty="0"/>
              <a:t>Повышается универсальность программ</a:t>
            </a:r>
          </a:p>
        </p:txBody>
      </p:sp>
    </p:spTree>
    <p:extLst>
      <p:ext uri="{BB962C8B-B14F-4D97-AF65-F5344CB8AC3E}">
        <p14:creationId xmlns:p14="http://schemas.microsoft.com/office/powerpoint/2010/main" val="4084491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7C084A-330C-4243-AD92-F98B226F0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F19A9C0-8335-4ABB-91B6-396031712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25" y="-1"/>
            <a:ext cx="1900796" cy="1487973"/>
          </a:xfrm>
          <a:custGeom>
            <a:avLst/>
            <a:gdLst>
              <a:gd name="connsiteX0" fmla="*/ 972945 w 1900796"/>
              <a:gd name="connsiteY0" fmla="*/ 0 h 1487973"/>
              <a:gd name="connsiteX1" fmla="*/ 1900796 w 1900796"/>
              <a:gd name="connsiteY1" fmla="*/ 0 h 1487973"/>
              <a:gd name="connsiteX2" fmla="*/ 1892752 w 1900796"/>
              <a:gd name="connsiteY2" fmla="*/ 21978 h 1487973"/>
              <a:gd name="connsiteX3" fmla="*/ 129456 w 1900796"/>
              <a:gd name="connsiteY3" fmla="*/ 1468215 h 1487973"/>
              <a:gd name="connsiteX4" fmla="*/ 0 w 1900796"/>
              <a:gd name="connsiteY4" fmla="*/ 1487973 h 1487973"/>
              <a:gd name="connsiteX5" fmla="*/ 0 w 1900796"/>
              <a:gd name="connsiteY5" fmla="*/ 656709 h 1487973"/>
              <a:gd name="connsiteX6" fmla="*/ 120652 w 1900796"/>
              <a:gd name="connsiteY6" fmla="*/ 625686 h 1487973"/>
              <a:gd name="connsiteX7" fmla="*/ 893935 w 1900796"/>
              <a:gd name="connsiteY7" fmla="*/ 105659 h 148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0796" h="1487973">
                <a:moveTo>
                  <a:pt x="972945" y="0"/>
                </a:moveTo>
                <a:lnTo>
                  <a:pt x="1900796" y="0"/>
                </a:lnTo>
                <a:lnTo>
                  <a:pt x="1892752" y="21978"/>
                </a:lnTo>
                <a:cubicBezTo>
                  <a:pt x="1582882" y="754592"/>
                  <a:pt x="926716" y="1305072"/>
                  <a:pt x="129456" y="1468215"/>
                </a:cubicBezTo>
                <a:lnTo>
                  <a:pt x="0" y="1487973"/>
                </a:lnTo>
                <a:lnTo>
                  <a:pt x="0" y="656709"/>
                </a:lnTo>
                <a:lnTo>
                  <a:pt x="120652" y="625686"/>
                </a:lnTo>
                <a:cubicBezTo>
                  <a:pt x="426975" y="530410"/>
                  <a:pt x="694570" y="347233"/>
                  <a:pt x="893935" y="10565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7BCC6446-8462-4A63-9B6F-8F57EC4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BA1208A-FAFD-4827-BF3E-A6B16CA01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78446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118ECEF-CA6A-4CB6-BCA5-59B2DB40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DC2A251-C28C-4A72-BAFF-511640FB2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DDB2429-3E01-4CD5-998D-8F5716A09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E26953B-4BE7-4AD0-B471-088DBB23D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9D9ED6D-9817-4272-9FEF-E674FBCCC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718C0DE-4596-4A70-AA4F-E678AC7FB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8B48095-74C2-4053-872D-D3F70910C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224D0B6-A4CB-4D98-A1DC-2770B95F9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B39DE9C-23C1-4ABA-BD0D-B76BDC963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9DDAAE0-966C-4350-8819-857CF524F3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EE6C021-FBD3-42F3-9A9C-69C4E7198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02961B9-65E1-4B12-AD98-9845BC3F4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22ABFE0-D700-4FD9-9CC8-D138B29AB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6FFF1A3-B8BF-470C-9436-D5B781853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98B6551-FF5D-49F5-8D3E-757AEC357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0F3BFE5-573C-42C0-94D5-E5513CCC5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57931AB-4B07-4E0E-B3E4-84E2452E0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C4789DB-7083-4597-9FC7-6336EA0BE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E0B4F1D-D11A-4023-BE6B-6679ABB2B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8633D7A-F6FC-418F-AD87-0EE148C1A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0FC8FCC-6F69-4802-995C-903AE4416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6ABFCE7-4796-4186-8EDC-DB6CE87BC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1935BF2-A804-46BA-940A-DDAD7888F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D012DA9-8D67-483A-8071-2903F2E3B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09163DC-956E-44BE-B55A-E6C2C851D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6CDE9FD-1880-483F-A039-BEB3AB0D3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8DDB23B-71E7-42A3-B055-5740EE14C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7245B63-D771-461D-A625-4B49966D2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F1DF9FF-1F61-4B4F-8993-6897DE09C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092F139-6734-46F3-B176-11741F1F7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Заголовок 1">
            <a:extLst>
              <a:ext uri="{FF2B5EF4-FFF2-40B4-BE49-F238E27FC236}">
                <a16:creationId xmlns:a16="http://schemas.microsoft.com/office/drawing/2014/main" id="{D31585BD-8C7D-81C0-5725-6D413256A229}"/>
              </a:ext>
            </a:extLst>
          </p:cNvPr>
          <p:cNvSpPr txBox="1">
            <a:spLocks/>
          </p:cNvSpPr>
          <p:nvPr/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250" dirty="0">
                <a:solidFill>
                  <a:srgbClr val="000000"/>
                </a:solidFill>
                <a:cs typeface="Posterama"/>
              </a:rPr>
              <a:t>Универсальные и специализированные</a:t>
            </a:r>
          </a:p>
        </p:txBody>
      </p:sp>
      <p:sp>
        <p:nvSpPr>
          <p:cNvPr id="55" name="Текст 2">
            <a:extLst>
              <a:ext uri="{FF2B5EF4-FFF2-40B4-BE49-F238E27FC236}">
                <a16:creationId xmlns:a16="http://schemas.microsoft.com/office/drawing/2014/main" id="{AA7FF815-EE19-5C13-1036-51BFF5896934}"/>
              </a:ext>
            </a:extLst>
          </p:cNvPr>
          <p:cNvSpPr txBox="1">
            <a:spLocks/>
          </p:cNvSpPr>
          <p:nvPr/>
        </p:nvSpPr>
        <p:spPr>
          <a:xfrm>
            <a:off x="839788" y="1820863"/>
            <a:ext cx="5157787" cy="11509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None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None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None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None/>
              <a:defRPr sz="16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None/>
              <a:defRPr sz="16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200000"/>
              </a:lnSpc>
            </a:pPr>
            <a:r>
              <a:rPr lang="ru-RU" dirty="0">
                <a:solidFill>
                  <a:srgbClr val="000000"/>
                </a:solidFill>
              </a:rPr>
              <a:t>Универсальные</a:t>
            </a:r>
            <a:endParaRPr lang="ru-RU"/>
          </a:p>
        </p:txBody>
      </p:sp>
      <p:sp>
        <p:nvSpPr>
          <p:cNvPr id="57" name="Объект 3">
            <a:extLst>
              <a:ext uri="{FF2B5EF4-FFF2-40B4-BE49-F238E27FC236}">
                <a16:creationId xmlns:a16="http://schemas.microsoft.com/office/drawing/2014/main" id="{E79D0883-29F6-3574-6CD2-864387E5578F}"/>
              </a:ext>
            </a:extLst>
          </p:cNvPr>
          <p:cNvSpPr txBox="1">
            <a:spLocks/>
          </p:cNvSpPr>
          <p:nvPr/>
        </p:nvSpPr>
        <p:spPr>
          <a:xfrm>
            <a:off x="839788" y="3101975"/>
            <a:ext cx="5157787" cy="30876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/>
              <a:buChar char="•"/>
            </a:pPr>
            <a:r>
              <a:rPr lang="ru-RU" dirty="0">
                <a:solidFill>
                  <a:srgbClr val="000000"/>
                </a:solidFill>
              </a:rPr>
              <a:t>Подходят для большинства задач</a:t>
            </a:r>
            <a:endParaRPr lang="ru-RU">
              <a:solidFill>
                <a:srgbClr val="000000"/>
              </a:solidFill>
            </a:endParaRPr>
          </a:p>
          <a:p>
            <a:pPr>
              <a:buClr>
                <a:srgbClr val="FFFFFF"/>
              </a:buClr>
              <a:buFont typeface="Arial"/>
              <a:buChar char="•"/>
            </a:pPr>
            <a:r>
              <a:rPr lang="ru-RU" dirty="0">
                <a:solidFill>
                  <a:srgbClr val="000000"/>
                </a:solidFill>
              </a:rPr>
              <a:t>Не всегда эффективны</a:t>
            </a:r>
          </a:p>
        </p:txBody>
      </p:sp>
      <p:sp>
        <p:nvSpPr>
          <p:cNvPr id="59" name="Текст 4">
            <a:extLst>
              <a:ext uri="{FF2B5EF4-FFF2-40B4-BE49-F238E27FC236}">
                <a16:creationId xmlns:a16="http://schemas.microsoft.com/office/drawing/2014/main" id="{F9D94CE4-CA1A-20D3-B7C0-51A7F7D39806}"/>
              </a:ext>
            </a:extLst>
          </p:cNvPr>
          <p:cNvSpPr txBox="1">
            <a:spLocks/>
          </p:cNvSpPr>
          <p:nvPr/>
        </p:nvSpPr>
        <p:spPr>
          <a:xfrm>
            <a:off x="6172200" y="1820863"/>
            <a:ext cx="5183188" cy="1150937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200000"/>
              </a:lnSpc>
              <a:buNone/>
            </a:pPr>
            <a:r>
              <a:rPr lang="ru-RU" sz="2400" dirty="0">
                <a:solidFill>
                  <a:srgbClr val="000000"/>
                </a:solidFill>
              </a:rPr>
              <a:t>Специализированные</a:t>
            </a:r>
            <a:endParaRPr lang="ru-RU"/>
          </a:p>
        </p:txBody>
      </p:sp>
      <p:sp>
        <p:nvSpPr>
          <p:cNvPr id="61" name="Объект 5">
            <a:extLst>
              <a:ext uri="{FF2B5EF4-FFF2-40B4-BE49-F238E27FC236}">
                <a16:creationId xmlns:a16="http://schemas.microsoft.com/office/drawing/2014/main" id="{A8FD5068-922E-7C7E-9BD6-9BF9B3724E20}"/>
              </a:ext>
            </a:extLst>
          </p:cNvPr>
          <p:cNvSpPr txBox="1">
            <a:spLocks/>
          </p:cNvSpPr>
          <p:nvPr/>
        </p:nvSpPr>
        <p:spPr>
          <a:xfrm>
            <a:off x="6172200" y="3101975"/>
            <a:ext cx="5183188" cy="30876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/>
              <a:buChar char="•"/>
            </a:pPr>
            <a:r>
              <a:rPr lang="ru-RU" dirty="0">
                <a:solidFill>
                  <a:srgbClr val="000000"/>
                </a:solidFill>
              </a:rPr>
              <a:t>Созданы специально для выполнения одной задачи</a:t>
            </a:r>
            <a:endParaRPr lang="ru-RU">
              <a:solidFill>
                <a:srgbClr val="000000"/>
              </a:solidFill>
            </a:endParaRPr>
          </a:p>
          <a:p>
            <a:pPr>
              <a:buClr>
                <a:srgbClr val="FFFFFF"/>
              </a:buClr>
              <a:buFont typeface="Arial"/>
              <a:buChar char="•"/>
            </a:pPr>
            <a:r>
              <a:rPr lang="ru-RU" dirty="0">
                <a:solidFill>
                  <a:srgbClr val="000000"/>
                </a:solidFill>
              </a:rPr>
              <a:t>Эффективны для выполнения изначально поставленных задач</a:t>
            </a:r>
          </a:p>
        </p:txBody>
      </p:sp>
    </p:spTree>
    <p:extLst>
      <p:ext uri="{BB962C8B-B14F-4D97-AF65-F5344CB8AC3E}">
        <p14:creationId xmlns:p14="http://schemas.microsoft.com/office/powerpoint/2010/main" val="21430452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042F80D-44A9-5068-8154-88EFAB79D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Posterama"/>
              </a:rPr>
              <a:t>Алгоритмические и описания данных</a:t>
            </a:r>
            <a:endParaRPr lang="ru-RU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C39D3B9-FC51-C856-24F8-735669B2F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Алгоритмические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F7F3657-BFD5-A525-6DB3-C53CF178B0D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Созданы для описания последовательности действий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BF27F90-908C-B27E-51C6-59C2ACB34A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Описания данных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DE092E3-D33D-C45E-A5F2-F729C3B027C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Предназначены для описания данных для удобства взаимодействия с ним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A8E73540-97EE-0B3A-8AC3-4895D9C4FC84}"/>
              </a:ext>
            </a:extLst>
          </p:cNvPr>
          <p:cNvSpPr/>
          <p:nvPr/>
        </p:nvSpPr>
        <p:spPr>
          <a:xfrm>
            <a:off x="6172200" y="5869305"/>
            <a:ext cx="2520000" cy="2520000"/>
          </a:xfrm>
          <a:prstGeom prst="ellipse">
            <a:avLst/>
          </a:prstGeom>
          <a:noFill/>
          <a:ln w="571500">
            <a:solidFill>
              <a:schemeClr val="tx1">
                <a:alpha val="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01892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Rectangle 350">
            <a:extLst>
              <a:ext uri="{FF2B5EF4-FFF2-40B4-BE49-F238E27FC236}">
                <a16:creationId xmlns:a16="http://schemas.microsoft.com/office/drawing/2014/main" id="{A4798C7F-C8CA-4799-BF37-3AB4642CDB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7162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87F0794B-55D3-4D2D-BDE7-4688ED321E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BE4C795B-1813-4CC6-B03F-8DD130BEAA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E0F4C04D-5CD8-446B-BE3D-257172E6E4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FDDC802E-606F-4F39-84B6-90DF0FE544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2C5B0C75-0136-4A39-9AB6-0F02C45278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C5ED2B52-3D40-46DE-8B54-99A4071578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18BCEC75-1B6B-45B2-8041-8D933FCF6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6A2FC789-056A-43CC-807E-4262CDC3E0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48C32FD3-76B0-40E7-89F2-E9C523210A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B82E9447-8362-426C-840A-B6F2231F7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2F141DC8-83CE-4C21-A5BA-E2FFF3D866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512A697C-ECBC-40A9-AC69-BF96A34B91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D2E988AF-5EFB-43D3-B93F-6E4F41A2C9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6B312C1B-AAE2-4A6D-ACC7-ABAA75D42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57B96146-61DA-44D6-A9DF-6DB41FCF2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6B33F93D-4439-46EE-97C4-9CECAAFDCF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5914B275-A3D7-4BA4-B8CB-E7657100F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BD26EF3B-FBE7-4D57-8E01-553F5073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6CC1E671-BA54-4B31-9A2E-8F50BC57A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A836A704-3624-4ABF-9A67-0F52C2F3E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5FDC385D-BA34-481F-A991-A776E0B19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F1EF033A-D8FB-416B-AE51-4E098A27D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17C17B48-F458-4E9B-9331-56FCDC5B6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07E44A4B-D453-46F0-A83D-AF0B33D5C5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346BEA9F-314B-440D-AE8D-21E1252EC5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F15EAFD0-4869-4612-ACDE-ABC703104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A0F26706-7F23-4FF0-9CAF-F3C4F47C1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C0195A72-345A-4E88-8D71-14DB3D1B60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0DBF51A6-A3BC-49FE-BB01-E899281177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A78DF911-744C-419B-83DC-39F270BBF4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4" name="Freeform: Shape 383">
            <a:extLst>
              <a:ext uri="{FF2B5EF4-FFF2-40B4-BE49-F238E27FC236}">
                <a16:creationId xmlns:a16="http://schemas.microsoft.com/office/drawing/2014/main" id="{216BB147-20D5-4D93-BDA5-1BC614D6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6214" y="5014716"/>
            <a:ext cx="2800124" cy="1843284"/>
          </a:xfrm>
          <a:custGeom>
            <a:avLst/>
            <a:gdLst>
              <a:gd name="connsiteX0" fmla="*/ 375358 w 2800124"/>
              <a:gd name="connsiteY0" fmla="*/ 0 h 1843284"/>
              <a:gd name="connsiteX1" fmla="*/ 2781298 w 2800124"/>
              <a:gd name="connsiteY1" fmla="*/ 1770066 h 1843284"/>
              <a:gd name="connsiteX2" fmla="*/ 2800124 w 2800124"/>
              <a:gd name="connsiteY2" fmla="*/ 1843284 h 1843284"/>
              <a:gd name="connsiteX3" fmla="*/ 1987869 w 2800124"/>
              <a:gd name="connsiteY3" fmla="*/ 1843284 h 1843284"/>
              <a:gd name="connsiteX4" fmla="*/ 1986195 w 2800124"/>
              <a:gd name="connsiteY4" fmla="*/ 1838711 h 1843284"/>
              <a:gd name="connsiteX5" fmla="*/ 375357 w 2800124"/>
              <a:gd name="connsiteY5" fmla="*/ 770976 h 1843284"/>
              <a:gd name="connsiteX6" fmla="*/ 23030 w 2800124"/>
              <a:gd name="connsiteY6" fmla="*/ 806494 h 1843284"/>
              <a:gd name="connsiteX7" fmla="*/ 0 w 2800124"/>
              <a:gd name="connsiteY7" fmla="*/ 812415 h 1843284"/>
              <a:gd name="connsiteX8" fmla="*/ 0 w 2800124"/>
              <a:gd name="connsiteY8" fmla="*/ 30983 h 1843284"/>
              <a:gd name="connsiteX9" fmla="*/ 117785 w 2800124"/>
              <a:gd name="connsiteY9" fmla="*/ 13007 h 1843284"/>
              <a:gd name="connsiteX10" fmla="*/ 375358 w 2800124"/>
              <a:gd name="connsiteY10" fmla="*/ 0 h 1843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00124" h="1843284">
                <a:moveTo>
                  <a:pt x="375358" y="0"/>
                </a:moveTo>
                <a:cubicBezTo>
                  <a:pt x="1505802" y="0"/>
                  <a:pt x="2462339" y="744579"/>
                  <a:pt x="2781298" y="1770066"/>
                </a:cubicBezTo>
                <a:lnTo>
                  <a:pt x="2800124" y="1843284"/>
                </a:lnTo>
                <a:lnTo>
                  <a:pt x="1987869" y="1843284"/>
                </a:lnTo>
                <a:lnTo>
                  <a:pt x="1986195" y="1838711"/>
                </a:lnTo>
                <a:cubicBezTo>
                  <a:pt x="1720801" y="1211248"/>
                  <a:pt x="1099494" y="770976"/>
                  <a:pt x="375357" y="770976"/>
                </a:cubicBezTo>
                <a:cubicBezTo>
                  <a:pt x="254668" y="770976"/>
                  <a:pt x="136835" y="783206"/>
                  <a:pt x="23030" y="806494"/>
                </a:cubicBezTo>
                <a:lnTo>
                  <a:pt x="0" y="812415"/>
                </a:lnTo>
                <a:lnTo>
                  <a:pt x="0" y="30983"/>
                </a:lnTo>
                <a:lnTo>
                  <a:pt x="117785" y="13007"/>
                </a:lnTo>
                <a:cubicBezTo>
                  <a:pt x="202473" y="4406"/>
                  <a:pt x="288401" y="0"/>
                  <a:pt x="375358" y="0"/>
                </a:cubicBezTo>
                <a:close/>
              </a:path>
            </a:pathLst>
          </a:custGeom>
          <a:solidFill>
            <a:schemeClr val="accent5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6" name="Freeform: Shape 385">
            <a:extLst>
              <a:ext uri="{FF2B5EF4-FFF2-40B4-BE49-F238E27FC236}">
                <a16:creationId xmlns:a16="http://schemas.microsoft.com/office/drawing/2014/main" id="{0A253F60-DE40-4508-A37A-61331DF1D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8" name="Freeform: Shape 387">
            <a:extLst>
              <a:ext uri="{FF2B5EF4-FFF2-40B4-BE49-F238E27FC236}">
                <a16:creationId xmlns:a16="http://schemas.microsoft.com/office/drawing/2014/main" id="{9A0D6220-3DFE-4182-9152-9135493A6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79728" y="0"/>
            <a:ext cx="4209224" cy="1650549"/>
          </a:xfrm>
          <a:custGeom>
            <a:avLst/>
            <a:gdLst>
              <a:gd name="connsiteX0" fmla="*/ 0 w 4209224"/>
              <a:gd name="connsiteY0" fmla="*/ 0 h 1650549"/>
              <a:gd name="connsiteX1" fmla="*/ 846445 w 4209224"/>
              <a:gd name="connsiteY1" fmla="*/ 0 h 1650549"/>
              <a:gd name="connsiteX2" fmla="*/ 912542 w 4209224"/>
              <a:gd name="connsiteY2" fmla="*/ 108799 h 1650549"/>
              <a:gd name="connsiteX3" fmla="*/ 2362195 w 4209224"/>
              <a:gd name="connsiteY3" fmla="*/ 879573 h 1650549"/>
              <a:gd name="connsiteX4" fmla="*/ 3811848 w 4209224"/>
              <a:gd name="connsiteY4" fmla="*/ 108799 h 1650549"/>
              <a:gd name="connsiteX5" fmla="*/ 3877945 w 4209224"/>
              <a:gd name="connsiteY5" fmla="*/ 0 h 1650549"/>
              <a:gd name="connsiteX6" fmla="*/ 4209224 w 4209224"/>
              <a:gd name="connsiteY6" fmla="*/ 0 h 1650549"/>
              <a:gd name="connsiteX7" fmla="*/ 4209224 w 4209224"/>
              <a:gd name="connsiteY7" fmla="*/ 840421 h 1650549"/>
              <a:gd name="connsiteX8" fmla="*/ 4143538 w 4209224"/>
              <a:gd name="connsiteY8" fmla="*/ 912693 h 1650549"/>
              <a:gd name="connsiteX9" fmla="*/ 2362196 w 4209224"/>
              <a:gd name="connsiteY9" fmla="*/ 1650549 h 1650549"/>
              <a:gd name="connsiteX10" fmla="*/ 40969 w 4209224"/>
              <a:gd name="connsiteY10" fmla="*/ 111937 h 1650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209224" h="1650549">
                <a:moveTo>
                  <a:pt x="0" y="0"/>
                </a:moveTo>
                <a:lnTo>
                  <a:pt x="846445" y="0"/>
                </a:lnTo>
                <a:lnTo>
                  <a:pt x="912542" y="108799"/>
                </a:lnTo>
                <a:cubicBezTo>
                  <a:pt x="1226710" y="573829"/>
                  <a:pt x="1758748" y="879573"/>
                  <a:pt x="2362195" y="879573"/>
                </a:cubicBezTo>
                <a:cubicBezTo>
                  <a:pt x="2965642" y="879573"/>
                  <a:pt x="3497680" y="573829"/>
                  <a:pt x="3811848" y="108799"/>
                </a:cubicBezTo>
                <a:lnTo>
                  <a:pt x="3877945" y="0"/>
                </a:lnTo>
                <a:lnTo>
                  <a:pt x="4209224" y="0"/>
                </a:lnTo>
                <a:lnTo>
                  <a:pt x="4209224" y="840421"/>
                </a:lnTo>
                <a:lnTo>
                  <a:pt x="4143538" y="912693"/>
                </a:lnTo>
                <a:cubicBezTo>
                  <a:pt x="3687653" y="1368578"/>
                  <a:pt x="3057854" y="1650549"/>
                  <a:pt x="2362196" y="1650549"/>
                </a:cubicBezTo>
                <a:cubicBezTo>
                  <a:pt x="1318710" y="1650549"/>
                  <a:pt x="423404" y="1016115"/>
                  <a:pt x="40969" y="111937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90" name="Group 389">
            <a:extLst>
              <a:ext uri="{FF2B5EF4-FFF2-40B4-BE49-F238E27FC236}">
                <a16:creationId xmlns:a16="http://schemas.microsoft.com/office/drawing/2014/main" id="{44C729BC-90F1-4823-A305-F6F124E93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640014BD-8822-4EFD-B887-1E95DBBB4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1E9445DF-509C-4993-834C-4A95C90E30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FDCB110E-203A-4D63-810B-7AB453AB9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F264073E-6737-44FE-BC04-BFEE371334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Connector 394">
              <a:extLst>
                <a:ext uri="{FF2B5EF4-FFF2-40B4-BE49-F238E27FC236}">
                  <a16:creationId xmlns:a16="http://schemas.microsoft.com/office/drawing/2014/main" id="{6DA24A7E-F63B-4B87-ABA5-BDD8F8F65F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9CC2C5D2-CEDF-4390-A89D-71DBD7C377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8956D0DF-B8DD-44AB-A831-329B2973E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7AB17CF4-098C-43B0-A0E0-235CEB55F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3CA7C27-06AF-4DB3-A3B2-F81C41D52B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8BD2BB17-7774-4215-872F-9CF37633B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22E1C172-AA18-42F1-B952-4791B50351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C9D5EBAC-D904-4410-A575-1A2B810D8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8B38425E-0189-47B9-9F42-67DC5386E3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E6584C8E-A8AC-49AB-8E5B-337E14D4F8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E8FCDC21-75B9-4F36-AEB4-186CDD994F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79AAC1FD-FBB6-4E21-A267-E4B9029BB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20FDEAF3-AB6A-41DF-BF11-245120818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29F9892F-F26B-4C6F-A949-097D3EBC7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FCCA59EA-5156-402B-82A4-AAE14B2D9A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31E175D8-17F1-46B8-807F-89A75CD4D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5AE169C4-F6B2-44D0-A73C-88C304E8A3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2CE19136-3F8D-4350-A424-8241923BCD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CF937350-E379-4C45-BC56-20808BBED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FE4F6988-3981-46A0-B744-EE972197D4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EDB419A9-FCB9-4B39-8D9E-91CC0B8E77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7D6861DB-43A8-4624-9ECC-5A96BE3AF1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4AFBD701-C20E-441D-8596-4BBBF49556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73C41C88-00F9-45AF-8D64-37BA70969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E6420BDA-21B9-4B17-A82E-A9EB28138A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2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 useBgFill="1">
        <p:nvSpPr>
          <p:cNvPr id="421" name="Rectangle 420">
            <a:extLst>
              <a:ext uri="{FF2B5EF4-FFF2-40B4-BE49-F238E27FC236}">
                <a16:creationId xmlns:a16="http://schemas.microsoft.com/office/drawing/2014/main" id="{1C582B07-D0F0-4B6B-A5D9-D2F192CB3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23" name="Rectangle 422">
            <a:extLst>
              <a:ext uri="{FF2B5EF4-FFF2-40B4-BE49-F238E27FC236}">
                <a16:creationId xmlns:a16="http://schemas.microsoft.com/office/drawing/2014/main" id="{B205CA4C-4876-4E28-97E0-1162D662A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25" name="Right Triangle 424">
            <a:extLst>
              <a:ext uri="{FF2B5EF4-FFF2-40B4-BE49-F238E27FC236}">
                <a16:creationId xmlns:a16="http://schemas.microsoft.com/office/drawing/2014/main" id="{2E08B368-A2A8-4357-B416-37C258EFE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>
            <a:off x="384712" y="-279398"/>
            <a:ext cx="568289" cy="568289"/>
          </a:xfrm>
          <a:prstGeom prst="rtTriangle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7" name="Flowchart: Document 426">
            <a:extLst>
              <a:ext uri="{FF2B5EF4-FFF2-40B4-BE49-F238E27FC236}">
                <a16:creationId xmlns:a16="http://schemas.microsoft.com/office/drawing/2014/main" id="{A890253F-325A-4AC7-AF5F-06FB890E8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455724" y="2105114"/>
            <a:ext cx="6858000" cy="2647778"/>
          </a:xfrm>
          <a:prstGeom prst="flowChartDocumen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429" name="Group 428">
            <a:extLst>
              <a:ext uri="{FF2B5EF4-FFF2-40B4-BE49-F238E27FC236}">
                <a16:creationId xmlns:a16="http://schemas.microsoft.com/office/drawing/2014/main" id="{8323DD1D-77DE-48B2-A0A0-626580153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14827" cy="6858000"/>
            <a:chOff x="-6214" y="-1"/>
            <a:chExt cx="12214827" cy="6858000"/>
          </a:xfrm>
        </p:grpSpPr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5C230063-C474-48F9-AD35-F649415C22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6251EB77-6139-46FD-BABC-8576465948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A8177B72-4955-469C-BAF0-E076263794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C09269C7-DB34-4A8C-BAC9-2496A058B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FFA42117-D401-4236-8EAA-EC9095D4C6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Straight Connector 434">
              <a:extLst>
                <a:ext uri="{FF2B5EF4-FFF2-40B4-BE49-F238E27FC236}">
                  <a16:creationId xmlns:a16="http://schemas.microsoft.com/office/drawing/2014/main" id="{6746B91E-6053-4974-B374-9D1B8FBD70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ED5DA8D3-12FB-4731-BDBC-93B6113D0C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7D16B49A-4893-4729-87B8-9A0B8E592D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406D93EE-2329-4706-89C0-BB6C94A39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3DC3E76F-2DB4-40DA-8C45-943861B172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F56318F6-E559-4DA6-95C0-D2BB10BA64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83243B57-CFAA-461A-AE56-A61CF60F3A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86AEACE9-7BE6-4FC5-9686-47F15ABA56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5DCAE5B4-5700-44A8-91DA-D8415FB04F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F2F9D9C9-D01B-4870-8B33-310D77DF5B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Straight Connector 444">
              <a:extLst>
                <a:ext uri="{FF2B5EF4-FFF2-40B4-BE49-F238E27FC236}">
                  <a16:creationId xmlns:a16="http://schemas.microsoft.com/office/drawing/2014/main" id="{905DDC7F-2142-41F1-B1E3-A37A0B6FD1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51B19576-1AA2-4552-8D7D-831B137814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C504D005-AC5D-4160-8184-5BB45CE00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Straight Connector 447">
              <a:extLst>
                <a:ext uri="{FF2B5EF4-FFF2-40B4-BE49-F238E27FC236}">
                  <a16:creationId xmlns:a16="http://schemas.microsoft.com/office/drawing/2014/main" id="{DA540368-C5A6-4F28-A60E-763362A6E5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Straight Connector 448">
              <a:extLst>
                <a:ext uri="{FF2B5EF4-FFF2-40B4-BE49-F238E27FC236}">
                  <a16:creationId xmlns:a16="http://schemas.microsoft.com/office/drawing/2014/main" id="{767B4722-C810-495C-BB11-45141E367D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Straight Connector 449">
              <a:extLst>
                <a:ext uri="{FF2B5EF4-FFF2-40B4-BE49-F238E27FC236}">
                  <a16:creationId xmlns:a16="http://schemas.microsoft.com/office/drawing/2014/main" id="{83B1706B-6FE4-44FB-B429-E59AE3B16D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Straight Connector 450">
              <a:extLst>
                <a:ext uri="{FF2B5EF4-FFF2-40B4-BE49-F238E27FC236}">
                  <a16:creationId xmlns:a16="http://schemas.microsoft.com/office/drawing/2014/main" id="{F9DD5DAD-1CA2-48BA-94BF-70B1AC2BB5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Straight Connector 451">
              <a:extLst>
                <a:ext uri="{FF2B5EF4-FFF2-40B4-BE49-F238E27FC236}">
                  <a16:creationId xmlns:a16="http://schemas.microsoft.com/office/drawing/2014/main" id="{076A21FA-0159-4468-9737-BDBD3426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0870688F-0FB0-4A4A-9F90-7EAE14CAE2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Straight Connector 453">
              <a:extLst>
                <a:ext uri="{FF2B5EF4-FFF2-40B4-BE49-F238E27FC236}">
                  <a16:creationId xmlns:a16="http://schemas.microsoft.com/office/drawing/2014/main" id="{8F7D7D25-8970-4DD6-A3D7-0D550BA85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Straight Connector 454">
              <a:extLst>
                <a:ext uri="{FF2B5EF4-FFF2-40B4-BE49-F238E27FC236}">
                  <a16:creationId xmlns:a16="http://schemas.microsoft.com/office/drawing/2014/main" id="{8B480E32-418E-4DE3-B6E7-2F803A2C7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Straight Connector 455">
              <a:extLst>
                <a:ext uri="{FF2B5EF4-FFF2-40B4-BE49-F238E27FC236}">
                  <a16:creationId xmlns:a16="http://schemas.microsoft.com/office/drawing/2014/main" id="{0985F833-A609-4B9C-A0D7-6DF88DB7B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Straight Connector 456">
              <a:extLst>
                <a:ext uri="{FF2B5EF4-FFF2-40B4-BE49-F238E27FC236}">
                  <a16:creationId xmlns:a16="http://schemas.microsoft.com/office/drawing/2014/main" id="{DAA9A587-B078-4028-A924-4A6DDDA2C4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Straight Connector 457">
              <a:extLst>
                <a:ext uri="{FF2B5EF4-FFF2-40B4-BE49-F238E27FC236}">
                  <a16:creationId xmlns:a16="http://schemas.microsoft.com/office/drawing/2014/main" id="{1E2E5E8E-3025-4C93-9E63-9C47C5BBA9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3" name="Заголовок 1">
            <a:extLst>
              <a:ext uri="{FF2B5EF4-FFF2-40B4-BE49-F238E27FC236}">
                <a16:creationId xmlns:a16="http://schemas.microsoft.com/office/drawing/2014/main" id="{D31585BD-8C7D-81C0-5725-6D413256A229}"/>
              </a:ext>
            </a:extLst>
          </p:cNvPr>
          <p:cNvSpPr txBox="1">
            <a:spLocks/>
          </p:cNvSpPr>
          <p:nvPr/>
        </p:nvSpPr>
        <p:spPr>
          <a:xfrm>
            <a:off x="457200" y="725469"/>
            <a:ext cx="4952999" cy="224761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100">
                <a:solidFill>
                  <a:schemeClr val="tx2"/>
                </a:solidFill>
              </a:rPr>
              <a:t>Низкоуровневые и высокоуровневые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8F5D7F-6A21-E1A6-1554-DDA89FE1F69D}"/>
              </a:ext>
            </a:extLst>
          </p:cNvPr>
          <p:cNvSpPr txBox="1"/>
          <p:nvPr/>
        </p:nvSpPr>
        <p:spPr>
          <a:xfrm>
            <a:off x="457200" y="3264832"/>
            <a:ext cx="4952999" cy="3009494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Ctr="0" forceAA="0" compatLnSpc="1">
            <a:prstTxWarp prst="textNoShape">
              <a:avLst/>
            </a:prstTxWarp>
            <a:normAutofit/>
          </a:bodyPr>
          <a:lstStyle/>
          <a:p>
            <a:pPr marL="228600" indent="-228600">
              <a:lnSpc>
                <a:spcPct val="110000"/>
              </a:lnSpc>
              <a:spcAft>
                <a:spcPts val="600"/>
              </a:spcAft>
              <a:buClr>
                <a:schemeClr val="bg1"/>
              </a:buClr>
              <a:buSzPct val="75000"/>
              <a:buFont typeface="+mj-lt"/>
              <a:buAutoNum type="arabicPeriod"/>
            </a:pPr>
            <a:r>
              <a:rPr lang="en-US">
                <a:solidFill>
                  <a:schemeClr val="tx2"/>
                </a:solidFill>
              </a:rPr>
              <a:t>Высокоуровневые языки от низкоуровневых отличает наличие сложных типов данных (множеств, динамических объектов и др.) или объектно-ориентированность.</a:t>
            </a:r>
          </a:p>
        </p:txBody>
      </p:sp>
      <p:pic>
        <p:nvPicPr>
          <p:cNvPr id="3" name="Рисунок 3" descr="Изображение выглядит как игрушка&#10;&#10;Автоматически созданное описание">
            <a:extLst>
              <a:ext uri="{FF2B5EF4-FFF2-40B4-BE49-F238E27FC236}">
                <a16:creationId xmlns:a16="http://schemas.microsoft.com/office/drawing/2014/main" id="{46DCB9F1-D2BE-129C-6297-9DD427672D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250" r="-1" b="-1"/>
          <a:stretch/>
        </p:blipFill>
        <p:spPr>
          <a:xfrm>
            <a:off x="6025896" y="457200"/>
            <a:ext cx="5879592" cy="5879592"/>
          </a:xfrm>
          <a:custGeom>
            <a:avLst/>
            <a:gdLst/>
            <a:ahLst/>
            <a:cxnLst/>
            <a:rect l="l" t="t" r="r" b="b"/>
            <a:pathLst>
              <a:path w="5777910" h="5777910">
                <a:moveTo>
                  <a:pt x="2888955" y="0"/>
                </a:moveTo>
                <a:cubicBezTo>
                  <a:pt x="4484481" y="0"/>
                  <a:pt x="5777910" y="1293429"/>
                  <a:pt x="5777910" y="2888955"/>
                </a:cubicBezTo>
                <a:cubicBezTo>
                  <a:pt x="5777910" y="4484481"/>
                  <a:pt x="4484481" y="5777910"/>
                  <a:pt x="2888955" y="5777910"/>
                </a:cubicBezTo>
                <a:cubicBezTo>
                  <a:pt x="1293429" y="5777910"/>
                  <a:pt x="0" y="4484481"/>
                  <a:pt x="0" y="2888955"/>
                </a:cubicBezTo>
                <a:cubicBezTo>
                  <a:pt x="0" y="1293429"/>
                  <a:pt x="1293429" y="0"/>
                  <a:pt x="2888955" y="0"/>
                </a:cubicBezTo>
                <a:close/>
              </a:path>
            </a:pathLst>
          </a:custGeom>
        </p:spPr>
      </p:pic>
      <p:sp>
        <p:nvSpPr>
          <p:cNvPr id="4" name="Овал 3">
            <a:extLst>
              <a:ext uri="{FF2B5EF4-FFF2-40B4-BE49-F238E27FC236}">
                <a16:creationId xmlns:a16="http://schemas.microsoft.com/office/drawing/2014/main" id="{A0439DBC-33F7-274A-19E1-5C38249F16EA}"/>
              </a:ext>
            </a:extLst>
          </p:cNvPr>
          <p:cNvSpPr/>
          <p:nvPr/>
        </p:nvSpPr>
        <p:spPr>
          <a:xfrm>
            <a:off x="-924887" y="5587321"/>
            <a:ext cx="2520000" cy="2520000"/>
          </a:xfrm>
          <a:prstGeom prst="ellipse">
            <a:avLst/>
          </a:prstGeom>
          <a:noFill/>
          <a:ln w="571500">
            <a:solidFill>
              <a:schemeClr val="accent1">
                <a:lumMod val="40000"/>
                <a:lumOff val="60000"/>
                <a:alpha val="2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2140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E783A3-63CB-2A59-09E8-63A53E0BA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cs typeface="Posterama"/>
              </a:rPr>
              <a:t>Объектно-ориентированные, структурные и функциональные языки программирования</a:t>
            </a:r>
            <a:endParaRPr lang="ru-RU" dirty="0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670B523-1271-F44A-BE64-70255DF0E1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7586" y="1849800"/>
            <a:ext cx="3402294" cy="1150937"/>
          </a:xfrm>
        </p:spPr>
        <p:txBody>
          <a:bodyPr>
            <a:normAutofit/>
          </a:bodyPr>
          <a:lstStyle/>
          <a:p>
            <a:r>
              <a:rPr lang="ru-RU" sz="2000" dirty="0"/>
              <a:t>Объектно-ориентированные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7CFA5A-AA94-E84B-26F6-A6C0720A18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586" y="3111621"/>
            <a:ext cx="3402296" cy="30876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 dirty="0"/>
              <a:t>Основано на инкапсуляции, наследовании и полиморфизме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8F06D4E-62F7-EAE2-D606-52E6ED558E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159187" y="1849800"/>
            <a:ext cx="3533683" cy="1150937"/>
          </a:xfrm>
        </p:spPr>
        <p:txBody>
          <a:bodyPr>
            <a:normAutofit/>
          </a:bodyPr>
          <a:lstStyle/>
          <a:p>
            <a:r>
              <a:rPr lang="ru-RU" sz="2000" dirty="0"/>
              <a:t>Функциональные</a:t>
            </a:r>
            <a:endParaRPr lang="ru-RU" dirty="0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1E42B93-02CF-D9E8-5B09-4F7B5AFAA5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159186" y="3073038"/>
            <a:ext cx="3408405" cy="308768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z="2400" dirty="0"/>
              <a:t>Работает на принципе константности переменных.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668A7903-9496-DC6D-59E6-DC47098F6F94}"/>
              </a:ext>
            </a:extLst>
          </p:cNvPr>
          <p:cNvSpPr txBox="1">
            <a:spLocks/>
          </p:cNvSpPr>
          <p:nvPr/>
        </p:nvSpPr>
        <p:spPr>
          <a:xfrm>
            <a:off x="4321839" y="1849800"/>
            <a:ext cx="3546977" cy="11509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None/>
              <a:defRPr sz="2400" b="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None/>
              <a:defRPr sz="20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None/>
              <a:defRPr sz="18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None/>
              <a:defRPr sz="16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None/>
              <a:defRPr sz="1600" b="1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Структурные</a:t>
            </a:r>
            <a:endParaRPr lang="ru-RU" dirty="0"/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5B612797-7156-2F8D-9B55-087810248302}"/>
              </a:ext>
            </a:extLst>
          </p:cNvPr>
          <p:cNvSpPr txBox="1">
            <a:spLocks/>
          </p:cNvSpPr>
          <p:nvPr/>
        </p:nvSpPr>
        <p:spPr>
          <a:xfrm>
            <a:off x="4321839" y="3111621"/>
            <a:ext cx="3546979" cy="308768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2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2pPr>
            <a:lvl3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20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4pPr>
            <a:lvl5pPr marL="2286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Clr>
                <a:schemeClr val="bg1"/>
              </a:buClr>
              <a:buSzPct val="75000"/>
              <a:buFont typeface="Arial" panose="020B0604020202020204" pitchFamily="34" charset="0"/>
              <a:buChar char="•"/>
              <a:defRPr sz="18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FFFFFF"/>
              </a:buClr>
            </a:pPr>
            <a:r>
              <a:rPr lang="ru-RU" sz="2400" dirty="0"/>
              <a:t>Построено на трёх базовых конструкциях: последовательность, ветвление и цикл</a:t>
            </a:r>
          </a:p>
        </p:txBody>
      </p:sp>
      <p:sp>
        <p:nvSpPr>
          <p:cNvPr id="7" name="Овал 6">
            <a:extLst>
              <a:ext uri="{FF2B5EF4-FFF2-40B4-BE49-F238E27FC236}">
                <a16:creationId xmlns:a16="http://schemas.microsoft.com/office/drawing/2014/main" id="{0F411566-EFD4-C8A4-4ED0-56C8234A08E6}"/>
              </a:ext>
            </a:extLst>
          </p:cNvPr>
          <p:cNvSpPr/>
          <p:nvPr/>
        </p:nvSpPr>
        <p:spPr>
          <a:xfrm>
            <a:off x="10095388" y="5774082"/>
            <a:ext cx="2520000" cy="2520000"/>
          </a:xfrm>
          <a:prstGeom prst="ellipse">
            <a:avLst/>
          </a:prstGeom>
          <a:noFill/>
          <a:ln w="571500">
            <a:solidFill>
              <a:schemeClr val="bg1">
                <a:alpha val="2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05943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152BFE-7BA8-4007-AD9C-F4DC95E43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7BCC6446-8462-4A63-9B6F-8F57EC4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Document 14">
            <a:extLst>
              <a:ext uri="{FF2B5EF4-FFF2-40B4-BE49-F238E27FC236}">
                <a16:creationId xmlns:a16="http://schemas.microsoft.com/office/drawing/2014/main" id="{B6DE7CCF-F894-44DD-9FA3-8BD0D5CE2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819901" y="1485903"/>
            <a:ext cx="6858000" cy="3886199"/>
          </a:xfrm>
          <a:prstGeom prst="flowChartDocumen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118ECEF-CA6A-4CB6-BCA5-59B2DB40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DC2A251-C28C-4A72-BAFF-511640FB2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DDB2429-3E01-4CD5-998D-8F5716A09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E26953B-4BE7-4AD0-B471-088DBB23D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D9ED6D-9817-4272-9FEF-E674FBCCC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718C0DE-4596-4A70-AA4F-E678AC7FB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B48095-74C2-4053-872D-D3F70910C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224D0B6-A4CB-4D98-A1DC-2770B95F9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B39DE9C-23C1-4ABA-BD0D-B76BDC963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9DDAAE0-966C-4350-8819-857CF524F3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EE6C021-FBD3-42F3-9A9C-69C4E7198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02961B9-65E1-4B12-AD98-9845BC3F4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22ABFE0-D700-4FD9-9CC8-D138B29AB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6FFF1A3-B8BF-470C-9436-D5B781853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98B6551-FF5D-49F5-8D3E-757AEC357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F3BFE5-573C-42C0-94D5-E5513CCC5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57931AB-4B07-4E0E-B3E4-84E2452E0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C4789DB-7083-4597-9FC7-6336EA0BE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E0B4F1D-D11A-4023-BE6B-6679ABB2B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8633D7A-F6FC-418F-AD87-0EE148C1A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0FC8FCC-6F69-4802-995C-903AE4416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6ABFCE7-4796-4186-8EDC-DB6CE87BC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1935BF2-A804-46BA-940A-DDAD7888F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D012DA9-8D67-483A-8071-2903F2E3B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09163DC-956E-44BE-B55A-E6C2C851D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6CDE9FD-1880-483F-A039-BEB3AB0D3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8DDB23B-71E7-42A3-B055-5740EE14C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7245B63-D771-461D-A625-4B49966D2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F1DF9FF-1F61-4B4F-8993-6897DE09C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092F139-6734-46F3-B176-11741F1F7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Рисунок 4" descr="Изображение выглядит как текст, в помещении, электроника, компьютер&#10;&#10;Автоматически созданное описание">
            <a:extLst>
              <a:ext uri="{FF2B5EF4-FFF2-40B4-BE49-F238E27FC236}">
                <a16:creationId xmlns:a16="http://schemas.microsoft.com/office/drawing/2014/main" id="{7338A523-3075-8EEB-4F8C-2AD141C55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491" y="1301715"/>
            <a:ext cx="8750743" cy="58474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6A65D8-DD2B-AD74-922C-9149C3DB03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725467"/>
            <a:ext cx="5414255" cy="2784496"/>
          </a:xfrm>
        </p:spPr>
        <p:txBody>
          <a:bodyPr>
            <a:normAutofit/>
          </a:bodyPr>
          <a:lstStyle/>
          <a:p>
            <a:pPr algn="l"/>
            <a:r>
              <a:rPr lang="ru-RU" sz="4200">
                <a:solidFill>
                  <a:schemeClr val="tx2"/>
                </a:solidFill>
                <a:cs typeface="Posterama"/>
              </a:rPr>
              <a:t>Создание собственного языка программирования</a:t>
            </a:r>
            <a:endParaRPr lang="ru-RU" sz="4200">
              <a:solidFill>
                <a:schemeClr val="tx2"/>
              </a:solidFill>
            </a:endParaRPr>
          </a:p>
        </p:txBody>
      </p:sp>
      <p:sp>
        <p:nvSpPr>
          <p:cNvPr id="3" name="Овал 2">
            <a:extLst>
              <a:ext uri="{FF2B5EF4-FFF2-40B4-BE49-F238E27FC236}">
                <a16:creationId xmlns:a16="http://schemas.microsoft.com/office/drawing/2014/main" id="{7D7D8A4C-4109-2783-EFD7-9251AE7774F2}"/>
              </a:ext>
            </a:extLst>
          </p:cNvPr>
          <p:cNvSpPr/>
          <p:nvPr/>
        </p:nvSpPr>
        <p:spPr>
          <a:xfrm>
            <a:off x="1160636" y="5605808"/>
            <a:ext cx="2520000" cy="2520000"/>
          </a:xfrm>
          <a:prstGeom prst="ellipse">
            <a:avLst/>
          </a:prstGeom>
          <a:noFill/>
          <a:ln w="571500">
            <a:solidFill>
              <a:schemeClr val="bg1">
                <a:alpha val="4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91609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22C825-9D19-505C-424A-6A59D598D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46310"/>
            <a:ext cx="10722932" cy="1325563"/>
          </a:xfrm>
        </p:spPr>
        <p:txBody>
          <a:bodyPr/>
          <a:lstStyle/>
          <a:p>
            <a:r>
              <a:rPr lang="ru-RU" dirty="0">
                <a:cs typeface="Posterama"/>
              </a:rPr>
              <a:t>Структура проекта</a:t>
            </a:r>
            <a:endParaRPr lang="ru-RU" dirty="0"/>
          </a:p>
        </p:txBody>
      </p:sp>
      <p:pic>
        <p:nvPicPr>
          <p:cNvPr id="4" name="Рисунок 4" descr="Изображение выглядит как текст, бильярдный шар&#10;&#10;Автоматически созданное описание">
            <a:extLst>
              <a:ext uri="{FF2B5EF4-FFF2-40B4-BE49-F238E27FC236}">
                <a16:creationId xmlns:a16="http://schemas.microsoft.com/office/drawing/2014/main" id="{CE8AA423-2CE7-609B-9161-4DDB7FB633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63381" y="-147495"/>
            <a:ext cx="7149210" cy="7149210"/>
          </a:xfrm>
        </p:spPr>
      </p:pic>
      <p:sp>
        <p:nvSpPr>
          <p:cNvPr id="3" name="Овал 2">
            <a:extLst>
              <a:ext uri="{FF2B5EF4-FFF2-40B4-BE49-F238E27FC236}">
                <a16:creationId xmlns:a16="http://schemas.microsoft.com/office/drawing/2014/main" id="{5C194D56-3749-D5A3-12CD-6670AA5B0638}"/>
              </a:ext>
            </a:extLst>
          </p:cNvPr>
          <p:cNvSpPr/>
          <p:nvPr/>
        </p:nvSpPr>
        <p:spPr>
          <a:xfrm>
            <a:off x="11180132" y="3427110"/>
            <a:ext cx="2520000" cy="2520000"/>
          </a:xfrm>
          <a:prstGeom prst="ellipse">
            <a:avLst/>
          </a:prstGeom>
          <a:noFill/>
          <a:ln w="571500">
            <a:solidFill>
              <a:schemeClr val="bg1">
                <a:alpha val="2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28733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7C084A-330C-4243-AD92-F98B226F06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F19A9C0-8335-4ABB-91B6-3960317126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25" y="-1"/>
            <a:ext cx="1900796" cy="1487973"/>
          </a:xfrm>
          <a:custGeom>
            <a:avLst/>
            <a:gdLst>
              <a:gd name="connsiteX0" fmla="*/ 972945 w 1900796"/>
              <a:gd name="connsiteY0" fmla="*/ 0 h 1487973"/>
              <a:gd name="connsiteX1" fmla="*/ 1900796 w 1900796"/>
              <a:gd name="connsiteY1" fmla="*/ 0 h 1487973"/>
              <a:gd name="connsiteX2" fmla="*/ 1892752 w 1900796"/>
              <a:gd name="connsiteY2" fmla="*/ 21978 h 1487973"/>
              <a:gd name="connsiteX3" fmla="*/ 129456 w 1900796"/>
              <a:gd name="connsiteY3" fmla="*/ 1468215 h 1487973"/>
              <a:gd name="connsiteX4" fmla="*/ 0 w 1900796"/>
              <a:gd name="connsiteY4" fmla="*/ 1487973 h 1487973"/>
              <a:gd name="connsiteX5" fmla="*/ 0 w 1900796"/>
              <a:gd name="connsiteY5" fmla="*/ 656709 h 1487973"/>
              <a:gd name="connsiteX6" fmla="*/ 120652 w 1900796"/>
              <a:gd name="connsiteY6" fmla="*/ 625686 h 1487973"/>
              <a:gd name="connsiteX7" fmla="*/ 893935 w 1900796"/>
              <a:gd name="connsiteY7" fmla="*/ 105659 h 1487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0796" h="1487973">
                <a:moveTo>
                  <a:pt x="972945" y="0"/>
                </a:moveTo>
                <a:lnTo>
                  <a:pt x="1900796" y="0"/>
                </a:lnTo>
                <a:lnTo>
                  <a:pt x="1892752" y="21978"/>
                </a:lnTo>
                <a:cubicBezTo>
                  <a:pt x="1582882" y="754592"/>
                  <a:pt x="926716" y="1305072"/>
                  <a:pt x="129456" y="1468215"/>
                </a:cubicBezTo>
                <a:lnTo>
                  <a:pt x="0" y="1487973"/>
                </a:lnTo>
                <a:lnTo>
                  <a:pt x="0" y="656709"/>
                </a:lnTo>
                <a:lnTo>
                  <a:pt x="120652" y="625686"/>
                </a:lnTo>
                <a:cubicBezTo>
                  <a:pt x="426975" y="530410"/>
                  <a:pt x="694570" y="347233"/>
                  <a:pt x="893935" y="10565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7BCC6446-8462-4A63-9B6F-8F57EC4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BA1208A-FAFD-4827-BF3E-A6B16CA01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78446" y="4912946"/>
            <a:ext cx="2010507" cy="1945055"/>
          </a:xfrm>
          <a:custGeom>
            <a:avLst/>
            <a:gdLst>
              <a:gd name="connsiteX0" fmla="*/ 2010507 w 2010507"/>
              <a:gd name="connsiteY0" fmla="*/ 0 h 1945055"/>
              <a:gd name="connsiteX1" fmla="*/ 2010507 w 2010507"/>
              <a:gd name="connsiteY1" fmla="*/ 834250 h 1945055"/>
              <a:gd name="connsiteX2" fmla="*/ 1918431 w 2010507"/>
              <a:gd name="connsiteY2" fmla="*/ 857925 h 1945055"/>
              <a:gd name="connsiteX3" fmla="*/ 846136 w 2010507"/>
              <a:gd name="connsiteY3" fmla="*/ 1930220 h 1945055"/>
              <a:gd name="connsiteX4" fmla="*/ 842322 w 2010507"/>
              <a:gd name="connsiteY4" fmla="*/ 1945055 h 1945055"/>
              <a:gd name="connsiteX5" fmla="*/ 0 w 2010507"/>
              <a:gd name="connsiteY5" fmla="*/ 1945055 h 1945055"/>
              <a:gd name="connsiteX6" fmla="*/ 3608 w 2010507"/>
              <a:gd name="connsiteY6" fmla="*/ 1921417 h 1945055"/>
              <a:gd name="connsiteX7" fmla="*/ 1909628 w 2010507"/>
              <a:gd name="connsiteY7" fmla="*/ 15396 h 19450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10507" h="1945055">
                <a:moveTo>
                  <a:pt x="2010507" y="0"/>
                </a:moveTo>
                <a:lnTo>
                  <a:pt x="2010507" y="834250"/>
                </a:lnTo>
                <a:lnTo>
                  <a:pt x="1918431" y="857925"/>
                </a:lnTo>
                <a:cubicBezTo>
                  <a:pt x="1407892" y="1016719"/>
                  <a:pt x="1004930" y="1419681"/>
                  <a:pt x="846136" y="1930220"/>
                </a:cubicBezTo>
                <a:lnTo>
                  <a:pt x="842322" y="1945055"/>
                </a:lnTo>
                <a:lnTo>
                  <a:pt x="0" y="1945055"/>
                </a:lnTo>
                <a:lnTo>
                  <a:pt x="3608" y="1921417"/>
                </a:lnTo>
                <a:cubicBezTo>
                  <a:pt x="199379" y="964705"/>
                  <a:pt x="952916" y="211168"/>
                  <a:pt x="1909628" y="15396"/>
                </a:cubicBezTo>
                <a:close/>
              </a:path>
            </a:pathLst>
          </a:custGeom>
          <a:solidFill>
            <a:schemeClr val="accent6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118ECEF-CA6A-4CB6-BCA5-59B2DB40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DC2A251-C28C-4A72-BAFF-511640FB2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DDDB2429-3E01-4CD5-998D-8F5716A09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1E26953B-4BE7-4AD0-B471-088DBB23D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9D9ED6D-9817-4272-9FEF-E674FBCCC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8718C0DE-4596-4A70-AA4F-E678AC7FB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8B48095-74C2-4053-872D-D3F70910C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6224D0B6-A4CB-4D98-A1DC-2770B95F9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B39DE9C-23C1-4ABA-BD0D-B76BDC963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9DDAAE0-966C-4350-8819-857CF524F3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EE6C021-FBD3-42F3-9A9C-69C4E7198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02961B9-65E1-4B12-AD98-9845BC3F4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22ABFE0-D700-4FD9-9CC8-D138B29AB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6FFF1A3-B8BF-470C-9436-D5B781853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98B6551-FF5D-49F5-8D3E-757AEC357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50F3BFE5-573C-42C0-94D5-E5513CCC5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57931AB-4B07-4E0E-B3E4-84E2452E0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C4789DB-7083-4597-9FC7-6336EA0BE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E0B4F1D-D11A-4023-BE6B-6679ABB2B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8633D7A-F6FC-418F-AD87-0EE148C1A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A0FC8FCC-6F69-4802-995C-903AE4416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6ABFCE7-4796-4186-8EDC-DB6CE87BC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1935BF2-A804-46BA-940A-DDAD7888F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D012DA9-8D67-483A-8071-2903F2E3B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09163DC-956E-44BE-B55A-E6C2C851D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76CDE9FD-1880-483F-A039-BEB3AB0D3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8DDB23B-71E7-42A3-B055-5740EE14C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37245B63-D771-461D-A625-4B49966D2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F1DF9FF-1F61-4B4F-8993-6897DE09C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092F139-6734-46F3-B176-11741F1F7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05649019-3202-258D-8478-3E0694E90765}"/>
              </a:ext>
            </a:extLst>
          </p:cNvPr>
          <p:cNvSpPr txBox="1">
            <a:spLocks/>
          </p:cNvSpPr>
          <p:nvPr/>
        </p:nvSpPr>
        <p:spPr>
          <a:xfrm>
            <a:off x="457200" y="336902"/>
            <a:ext cx="10732339" cy="10527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>
                <a:solidFill>
                  <a:srgbClr val="000000"/>
                </a:solidFill>
                <a:cs typeface="Posterama"/>
              </a:rPr>
              <a:t>Возможности</a:t>
            </a:r>
            <a:endParaRPr lang="ru-RU" dirty="0">
              <a:solidFill>
                <a:srgbClr val="0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6CCEB5-BAF5-2D60-1001-E7C06CBB2680}"/>
              </a:ext>
            </a:extLst>
          </p:cNvPr>
          <p:cNvSpPr txBox="1"/>
          <p:nvPr/>
        </p:nvSpPr>
        <p:spPr>
          <a:xfrm>
            <a:off x="457200" y="1828799"/>
            <a:ext cx="5531223" cy="45704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400" dirty="0">
                <a:solidFill>
                  <a:srgbClr val="000000"/>
                </a:solidFill>
                <a:latin typeface="Arial"/>
                <a:cs typeface="Arial"/>
              </a:rPr>
              <a:t>логические операции</a:t>
            </a:r>
            <a:endParaRPr lang="en-US" sz="2400">
              <a:solidFill>
                <a:srgbClr val="000000"/>
              </a:solidFill>
              <a:latin typeface="Arial"/>
              <a:cs typeface="Arial"/>
            </a:endParaRP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400" dirty="0">
                <a:solidFill>
                  <a:srgbClr val="000000"/>
                </a:solidFill>
                <a:latin typeface="Arial"/>
                <a:cs typeface="Arial"/>
              </a:rPr>
              <a:t>меньше (&lt;)</a:t>
            </a:r>
            <a:endParaRPr lang="en-US" sz="2400">
              <a:solidFill>
                <a:srgbClr val="000000"/>
              </a:solidFill>
              <a:latin typeface="Arial"/>
              <a:cs typeface="Arial"/>
            </a:endParaRP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400" dirty="0">
                <a:solidFill>
                  <a:srgbClr val="000000"/>
                </a:solidFill>
                <a:latin typeface="Arial"/>
                <a:cs typeface="Arial"/>
              </a:rPr>
              <a:t>равно (==)</a:t>
            </a:r>
            <a:endParaRPr lang="en-US" sz="2400">
              <a:solidFill>
                <a:srgbClr val="000000"/>
              </a:solidFill>
              <a:latin typeface="Arial"/>
              <a:cs typeface="Arial"/>
            </a:endParaRP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400" dirty="0">
                <a:solidFill>
                  <a:srgbClr val="000000"/>
                </a:solidFill>
                <a:latin typeface="Arial"/>
                <a:cs typeface="Arial"/>
              </a:rPr>
              <a:t>больше (&gt;)</a:t>
            </a:r>
            <a:endParaRPr lang="en-US" sz="2400">
              <a:solidFill>
                <a:srgbClr val="000000"/>
              </a:solidFill>
              <a:latin typeface="Arial"/>
              <a:cs typeface="Arial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400" dirty="0">
                <a:solidFill>
                  <a:srgbClr val="000000"/>
                </a:solidFill>
                <a:latin typeface="Arial"/>
                <a:cs typeface="Arial"/>
              </a:rPr>
              <a:t>математические операции</a:t>
            </a:r>
            <a:endParaRPr lang="en-US" sz="2400">
              <a:solidFill>
                <a:srgbClr val="000000"/>
              </a:solidFill>
              <a:latin typeface="Arial"/>
              <a:cs typeface="Arial"/>
            </a:endParaRP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400" dirty="0">
                <a:solidFill>
                  <a:srgbClr val="000000"/>
                </a:solidFill>
                <a:latin typeface="Arial"/>
                <a:cs typeface="Arial"/>
              </a:rPr>
              <a:t>плюс (+)</a:t>
            </a:r>
            <a:endParaRPr lang="en-US" sz="2400">
              <a:solidFill>
                <a:srgbClr val="000000"/>
              </a:solidFill>
              <a:latin typeface="Arial"/>
              <a:cs typeface="Arial"/>
            </a:endParaRP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400" dirty="0">
                <a:solidFill>
                  <a:srgbClr val="000000"/>
                </a:solidFill>
                <a:latin typeface="Arial"/>
                <a:cs typeface="Arial"/>
              </a:rPr>
              <a:t>минус (-)</a:t>
            </a:r>
            <a:endParaRPr lang="en-US" sz="2400">
              <a:solidFill>
                <a:srgbClr val="000000"/>
              </a:solidFill>
              <a:latin typeface="Arial"/>
              <a:cs typeface="Arial"/>
            </a:endParaRP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400" dirty="0">
                <a:solidFill>
                  <a:srgbClr val="000000"/>
                </a:solidFill>
                <a:latin typeface="Arial"/>
                <a:cs typeface="Arial"/>
              </a:rPr>
              <a:t>умножить (*)</a:t>
            </a:r>
            <a:endParaRPr lang="en-US" sz="2400">
              <a:solidFill>
                <a:srgbClr val="000000"/>
              </a:solidFill>
              <a:latin typeface="Arial"/>
              <a:cs typeface="Arial"/>
            </a:endParaRP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400" dirty="0">
                <a:solidFill>
                  <a:srgbClr val="000000"/>
                </a:solidFill>
                <a:latin typeface="Arial"/>
                <a:cs typeface="Arial"/>
              </a:rPr>
              <a:t>поделить (/)</a:t>
            </a:r>
            <a:endParaRPr lang="en-US" sz="2400">
              <a:solidFill>
                <a:srgbClr val="000000"/>
              </a:solidFill>
              <a:latin typeface="Arial"/>
              <a:cs typeface="Arial"/>
            </a:endParaRP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400" dirty="0">
                <a:solidFill>
                  <a:srgbClr val="000000"/>
                </a:solidFill>
                <a:latin typeface="Arial"/>
                <a:cs typeface="Arial"/>
              </a:rPr>
              <a:t>возведение в степень (**)</a:t>
            </a:r>
            <a:endParaRPr lang="ru-RU" sz="2400" dirty="0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97FED6-8ADA-2968-AB66-39872678B7B7}"/>
              </a:ext>
            </a:extLst>
          </p:cNvPr>
          <p:cNvSpPr txBox="1"/>
          <p:nvPr/>
        </p:nvSpPr>
        <p:spPr>
          <a:xfrm>
            <a:off x="5818094" y="1828799"/>
            <a:ext cx="5531223" cy="31885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400" dirty="0">
                <a:solidFill>
                  <a:srgbClr val="000000"/>
                </a:solidFill>
                <a:latin typeface="Arial"/>
                <a:cs typeface="Arial"/>
              </a:rPr>
              <a:t>циклы</a:t>
            </a:r>
            <a:endParaRPr lang="en-US" sz="2400" dirty="0">
              <a:solidFill>
                <a:srgbClr val="000000"/>
              </a:solidFill>
              <a:latin typeface="Arial"/>
              <a:cs typeface="Arial"/>
            </a:endParaRP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400" err="1">
                <a:solidFill>
                  <a:srgbClr val="000000"/>
                </a:solidFill>
                <a:latin typeface="Arial"/>
                <a:cs typeface="Arial"/>
              </a:rPr>
              <a:t>do</a:t>
            </a:r>
            <a:r>
              <a:rPr lang="ru-RU" sz="24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ru-RU" sz="2400" err="1">
                <a:solidFill>
                  <a:srgbClr val="000000"/>
                </a:solidFill>
                <a:latin typeface="Arial"/>
                <a:cs typeface="Arial"/>
              </a:rPr>
              <a:t>while</a:t>
            </a:r>
            <a:endParaRPr lang="en-US" err="1">
              <a:solidFill>
                <a:srgbClr val="000000"/>
              </a:solidFill>
            </a:endParaRP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400" err="1">
                <a:solidFill>
                  <a:srgbClr val="000000"/>
                </a:solidFill>
                <a:latin typeface="Arial"/>
                <a:cs typeface="Arial"/>
              </a:rPr>
              <a:t>while</a:t>
            </a:r>
            <a:endParaRPr lang="en-US" err="1">
              <a:solidFill>
                <a:srgbClr val="000000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400" dirty="0">
                <a:solidFill>
                  <a:srgbClr val="000000"/>
                </a:solidFill>
                <a:latin typeface="Arial"/>
                <a:cs typeface="Arial"/>
              </a:rPr>
              <a:t>условия</a:t>
            </a:r>
            <a:endParaRPr lang="en-US" dirty="0">
              <a:solidFill>
                <a:srgbClr val="000000"/>
              </a:solidFill>
            </a:endParaRP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400" err="1">
                <a:solidFill>
                  <a:srgbClr val="000000"/>
                </a:solidFill>
                <a:latin typeface="Arial"/>
                <a:cs typeface="Arial"/>
              </a:rPr>
              <a:t>if</a:t>
            </a:r>
            <a:endParaRPr lang="en-US" err="1">
              <a:solidFill>
                <a:srgbClr val="000000"/>
              </a:solidFill>
            </a:endParaRPr>
          </a:p>
          <a:p>
            <a:pPr marL="742950" lvl="1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400" err="1">
                <a:solidFill>
                  <a:srgbClr val="000000"/>
                </a:solidFill>
                <a:latin typeface="Arial"/>
                <a:cs typeface="Arial"/>
              </a:rPr>
              <a:t>if</a:t>
            </a:r>
            <a:r>
              <a:rPr lang="ru-RU" sz="240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lang="ru-RU" sz="2400" err="1">
                <a:solidFill>
                  <a:srgbClr val="000000"/>
                </a:solidFill>
                <a:latin typeface="Arial"/>
                <a:cs typeface="Arial"/>
              </a:rPr>
              <a:t>else</a:t>
            </a:r>
            <a:endParaRPr lang="en-US" err="1">
              <a:solidFill>
                <a:srgbClr val="000000"/>
              </a:solidFill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ru-RU" sz="2400" dirty="0">
                <a:solidFill>
                  <a:srgbClr val="000000"/>
                </a:solidFill>
                <a:latin typeface="Arial"/>
                <a:cs typeface="Arial"/>
              </a:rPr>
              <a:t>присваивание переменных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9134FCDE-5D4D-3989-C7C0-B18B8126061B}"/>
              </a:ext>
            </a:extLst>
          </p:cNvPr>
          <p:cNvSpPr/>
          <p:nvPr/>
        </p:nvSpPr>
        <p:spPr>
          <a:xfrm>
            <a:off x="9473258" y="-1405620"/>
            <a:ext cx="2520000" cy="2520000"/>
          </a:xfrm>
          <a:prstGeom prst="ellipse">
            <a:avLst/>
          </a:prstGeom>
          <a:noFill/>
          <a:ln w="571500">
            <a:solidFill>
              <a:schemeClr val="bg1">
                <a:alpha val="3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2485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21D6FC-CA67-9F66-94A8-BD73EB69E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cs typeface="Posterama"/>
              </a:rPr>
              <a:t>Синтаксис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5500003C-BC48-EB13-7462-42691526B4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6796048"/>
              </p:ext>
            </p:extLst>
          </p:nvPr>
        </p:nvGraphicFramePr>
        <p:xfrm>
          <a:off x="649111" y="1505185"/>
          <a:ext cx="6672849" cy="4459101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6672849">
                  <a:extLst>
                    <a:ext uri="{9D8B030D-6E8A-4147-A177-3AD203B41FA5}">
                      <a16:colId xmlns:a16="http://schemas.microsoft.com/office/drawing/2014/main" val="1666010396"/>
                    </a:ext>
                  </a:extLst>
                </a:gridCol>
              </a:tblGrid>
              <a:tr h="4459101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600" u="none" strike="noStrike" noProof="0" dirty="0">
                          <a:latin typeface="Courier New"/>
                        </a:rPr>
                        <a:t>{</a:t>
                      </a:r>
                      <a:endParaRPr lang="en-US" sz="2600" u="none" strike="noStrike" noProof="0">
                        <a:latin typeface="Courier New"/>
                      </a:endParaRPr>
                    </a:p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600" u="none" strike="noStrike" noProof="0" dirty="0">
                          <a:latin typeface="Courier New"/>
                        </a:rPr>
                        <a:t>  a = </a:t>
                      </a:r>
                      <a:r>
                        <a:rPr lang="ru-RU" sz="2600" u="none" strike="noStrike" noProof="0" dirty="0">
                          <a:solidFill>
                            <a:srgbClr val="5581F2"/>
                          </a:solidFill>
                          <a:latin typeface="Courier New"/>
                        </a:rPr>
                        <a:t>1</a:t>
                      </a:r>
                      <a:r>
                        <a:rPr lang="ru-RU" sz="2600" u="none" strike="noStrike" noProof="0" dirty="0">
                          <a:latin typeface="Courier New"/>
                        </a:rPr>
                        <a:t>;</a:t>
                      </a:r>
                    </a:p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600" u="none" strike="noStrike" noProof="0" dirty="0">
                          <a:latin typeface="Courier New"/>
                        </a:rPr>
                        <a:t>  b = </a:t>
                      </a:r>
                      <a:r>
                        <a:rPr lang="ru-RU" sz="2600" u="none" strike="noStrike" noProof="0" dirty="0">
                          <a:solidFill>
                            <a:srgbClr val="5581F2"/>
                          </a:solidFill>
                          <a:latin typeface="Courier New"/>
                        </a:rPr>
                        <a:t>100</a:t>
                      </a:r>
                      <a:r>
                        <a:rPr lang="ru-RU" sz="2600" u="none" strike="noStrike" noProof="0" dirty="0">
                          <a:latin typeface="Courier New"/>
                        </a:rPr>
                        <a:t>;</a:t>
                      </a:r>
                    </a:p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600" u="none" strike="noStrike" noProof="0" dirty="0">
                          <a:latin typeface="Courier New"/>
                        </a:rPr>
                        <a:t>  </a:t>
                      </a:r>
                      <a:r>
                        <a:rPr lang="ru-RU" sz="2600" u="none" strike="noStrike" noProof="0" err="1">
                          <a:solidFill>
                            <a:srgbClr val="C4960A"/>
                          </a:solidFill>
                          <a:latin typeface="Courier New"/>
                        </a:rPr>
                        <a:t>while</a:t>
                      </a:r>
                      <a:r>
                        <a:rPr lang="ru-RU" sz="2600" u="none" strike="noStrike" noProof="0" dirty="0">
                          <a:latin typeface="Courier New"/>
                        </a:rPr>
                        <a:t> (a &lt; b)</a:t>
                      </a:r>
                      <a:endParaRPr lang="en-US" sz="2600" u="none" strike="noStrike" noProof="0">
                        <a:latin typeface="Courier New"/>
                      </a:endParaRPr>
                    </a:p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600" u="none" strike="noStrike" noProof="0" dirty="0">
                          <a:latin typeface="Courier New"/>
                        </a:rPr>
                        <a:t>  {</a:t>
                      </a:r>
                    </a:p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600" u="none" strike="noStrike" noProof="0" dirty="0">
                          <a:latin typeface="Courier New"/>
                        </a:rPr>
                        <a:t>    a = a * </a:t>
                      </a:r>
                      <a:r>
                        <a:rPr lang="ru-RU" sz="2600" u="none" strike="noStrike" noProof="0" dirty="0">
                          <a:solidFill>
                            <a:srgbClr val="5581F2"/>
                          </a:solidFill>
                          <a:latin typeface="Courier New"/>
                        </a:rPr>
                        <a:t>2</a:t>
                      </a:r>
                      <a:r>
                        <a:rPr lang="ru-RU" sz="2600" u="none" strike="noStrike" noProof="0" dirty="0">
                          <a:latin typeface="Courier New"/>
                        </a:rPr>
                        <a:t>;</a:t>
                      </a:r>
                      <a:endParaRPr lang="en-US" sz="2600" u="none" strike="noStrike" noProof="0">
                        <a:latin typeface="Courier New"/>
                      </a:endParaRPr>
                    </a:p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600" u="none" strike="noStrike" noProof="0" dirty="0">
                          <a:latin typeface="Courier New"/>
                        </a:rPr>
                        <a:t>  }</a:t>
                      </a:r>
                      <a:endParaRPr lang="en-US" sz="2600" u="none" strike="noStrike" noProof="0">
                        <a:latin typeface="Courier New"/>
                      </a:endParaRPr>
                    </a:p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600" u="none" strike="noStrike" noProof="0" dirty="0">
                          <a:latin typeface="Courier New"/>
                        </a:rPr>
                        <a:t>}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241732"/>
                  </a:ext>
                </a:extLst>
              </a:tr>
            </a:tbl>
          </a:graphicData>
        </a:graphic>
      </p:graphicFrame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5AD12526-E7E6-C226-F0D6-B1D3044794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383155"/>
              </p:ext>
            </p:extLst>
          </p:nvPr>
        </p:nvGraphicFramePr>
        <p:xfrm>
          <a:off x="7638814" y="1495777"/>
          <a:ext cx="3991714" cy="4459101"/>
        </p:xfrm>
        <a:graphic>
          <a:graphicData uri="http://schemas.openxmlformats.org/drawingml/2006/table">
            <a:tbl>
              <a:tblPr firstRow="1" bandRow="1">
                <a:tableStyleId>{91EBBBCC-DAD2-459C-BE2E-F6DE35CF9A28}</a:tableStyleId>
              </a:tblPr>
              <a:tblGrid>
                <a:gridCol w="3991714">
                  <a:extLst>
                    <a:ext uri="{9D8B030D-6E8A-4147-A177-3AD203B41FA5}">
                      <a16:colId xmlns:a16="http://schemas.microsoft.com/office/drawing/2014/main" val="1666010396"/>
                    </a:ext>
                  </a:extLst>
                </a:gridCol>
              </a:tblGrid>
              <a:tr h="4459101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600" u="none" strike="noStrike" noProof="0" dirty="0">
                          <a:latin typeface="Courier New"/>
                        </a:rPr>
                        <a:t>a = </a:t>
                      </a:r>
                      <a:r>
                        <a:rPr lang="ru-RU" sz="2600" u="none" strike="noStrike" noProof="0" dirty="0">
                          <a:solidFill>
                            <a:srgbClr val="5581F2"/>
                          </a:solidFill>
                          <a:latin typeface="Courier New"/>
                        </a:rPr>
                        <a:t>128</a:t>
                      </a:r>
                    </a:p>
                    <a:p>
                      <a:pPr marL="0" marR="0" lvl="0" indent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2600" u="none" strike="noStrike" noProof="0" dirty="0">
                          <a:latin typeface="Courier New"/>
                        </a:rPr>
                        <a:t>b = </a:t>
                      </a:r>
                      <a:r>
                        <a:rPr lang="ru-RU" sz="2600" u="none" strike="noStrike" noProof="0" dirty="0">
                          <a:solidFill>
                            <a:srgbClr val="5581F2"/>
                          </a:solidFill>
                          <a:latin typeface="Courier New"/>
                        </a:rPr>
                        <a:t>100</a:t>
                      </a:r>
                    </a:p>
                  </a:txBody>
                  <a:tcP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6241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64069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6285CA-6AFA-4F27-AFB5-1B32CDE09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152BFE-7BA8-4007-AD9C-F4DC95E43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7BCC6446-8462-4A63-9B6F-8F57EC40F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500000">
            <a:off x="-265271" y="2673521"/>
            <a:ext cx="568289" cy="568289"/>
          </a:xfrm>
          <a:prstGeom prst="rtTriangle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lowchart: Document 14">
            <a:extLst>
              <a:ext uri="{FF2B5EF4-FFF2-40B4-BE49-F238E27FC236}">
                <a16:creationId xmlns:a16="http://schemas.microsoft.com/office/drawing/2014/main" id="{B6DE7CCF-F894-44DD-9FA3-8BD0D5CE2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819901" y="1485903"/>
            <a:ext cx="6858000" cy="3886199"/>
          </a:xfrm>
          <a:prstGeom prst="flowChartDocumen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118ECEF-CA6A-4CB6-BCA5-59B2DB40C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6214" y="-1"/>
            <a:ext cx="12214827" cy="6858000"/>
            <a:chOff x="-6214" y="-1"/>
            <a:chExt cx="12214827" cy="6858000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DC2A251-C28C-4A72-BAFF-511640FB2E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-6214" y="6686283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DDDB2429-3E01-4CD5-998D-8F5716A098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E26953B-4BE7-4AD0-B471-088DBB23D7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9325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E9D9ED6D-9817-4272-9FEF-E674FBCCCC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9252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718C0DE-4596-4A70-AA4F-E678AC7FBC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9196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8B48095-74C2-4053-872D-D3F70910C3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9140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224D0B6-A4CB-4D98-A1DC-2770B95F9E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9084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B39DE9C-23C1-4ABA-BD0D-B76BDC9630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9028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19DDAAE0-966C-4350-8819-857CF524F3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18971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EE6C021-FBD3-42F3-9A9C-69C4E71989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618915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02961B9-65E1-4B12-AD98-9845BC3F43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188594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B22ABFE0-D700-4FD9-9CC8-D138B29ABF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8188032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46FFF1A3-B8BF-470C-9436-D5B781853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187470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98B6551-FF5D-49F5-8D3E-757AEC357A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0186908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0F3BFE5-573C-42C0-94D5-E5513CCC5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18634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357931AB-4B07-4E0E-B3E4-84E2452E0A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185786" y="-1"/>
              <a:ext cx="0" cy="685800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C4789DB-7083-4597-9FC7-6336EA0BE3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717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E0B4F1D-D11A-4023-BE6B-6679ABB2B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72890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28633D7A-F6FC-418F-AD87-0EE148C1A0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28609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A0FC8FCC-6F69-4802-995C-903AE44162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184328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86ABFCE7-4796-4186-8EDC-DB6CE87BC7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40047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1935BF2-A804-46BA-940A-DDAD7888F3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295766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D012DA9-8D67-483A-8071-2903F2E3B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351485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09163DC-956E-44BE-B55A-E6C2C851DD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07204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76CDE9FD-1880-483F-A039-BEB3AB0D37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462923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38DDB23B-71E7-42A3-B055-5740EE14C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18642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37245B63-D771-461D-A625-4B49966D2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5743616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F1DF9FF-1F61-4B4F-8993-6897DE09C9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0" y="6857999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4092F139-6734-46F3-B176-11741F1F7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6613" y="6248400"/>
              <a:ext cx="12192000" cy="0"/>
            </a:xfrm>
            <a:prstGeom prst="line">
              <a:avLst/>
            </a:prstGeom>
            <a:ln w="19050">
              <a:solidFill>
                <a:schemeClr val="accent2">
                  <a:alpha val="1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9120D3-1E4F-9793-4F8D-32EE5A67FB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3142" y="725467"/>
            <a:ext cx="5414255" cy="2784496"/>
          </a:xfrm>
        </p:spPr>
        <p:txBody>
          <a:bodyPr>
            <a:normAutofit/>
          </a:bodyPr>
          <a:lstStyle/>
          <a:p>
            <a:pPr algn="l"/>
            <a:r>
              <a:rPr lang="ru-RU">
                <a:solidFill>
                  <a:schemeClr val="tx2"/>
                </a:solidFill>
                <a:cs typeface="Posterama"/>
              </a:rPr>
              <a:t>Применение</a:t>
            </a:r>
            <a:endParaRPr lang="ru-RU">
              <a:solidFill>
                <a:schemeClr val="tx2"/>
              </a:solidFill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23E32D8-7B8C-B601-6392-BEE399785A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3142" y="3602038"/>
            <a:ext cx="5414255" cy="1560594"/>
          </a:xfrm>
        </p:spPr>
        <p:txBody>
          <a:bodyPr vert="horz" lIns="91440" tIns="45720" rIns="91440" bIns="45720" rtlCol="0">
            <a:normAutofit/>
          </a:bodyPr>
          <a:lstStyle/>
          <a:p>
            <a:pPr algn="l">
              <a:lnSpc>
                <a:spcPct val="100000"/>
              </a:lnSpc>
            </a:pPr>
            <a:r>
              <a:rPr lang="ru-RU" sz="2000">
                <a:solidFill>
                  <a:schemeClr val="tx2"/>
                </a:solidFill>
              </a:rPr>
              <a:t>У написанного мной языка программирования нет особых применений, но в процессе его создания я получил ценный опыт, который пригодится мне в будущем.</a:t>
            </a:r>
          </a:p>
        </p:txBody>
      </p:sp>
      <p:pic>
        <p:nvPicPr>
          <p:cNvPr id="4" name="Рисунок 4">
            <a:extLst>
              <a:ext uri="{FF2B5EF4-FFF2-40B4-BE49-F238E27FC236}">
                <a16:creationId xmlns:a16="http://schemas.microsoft.com/office/drawing/2014/main" id="{5842021B-4F3F-A92A-162F-E7CE30A186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640" y="-988273"/>
            <a:ext cx="15176001" cy="8837526"/>
          </a:xfrm>
          <a:prstGeom prst="rect">
            <a:avLst/>
          </a:prstGeom>
        </p:spPr>
      </p:pic>
      <p:sp>
        <p:nvSpPr>
          <p:cNvPr id="5" name="Овал 4">
            <a:extLst>
              <a:ext uri="{FF2B5EF4-FFF2-40B4-BE49-F238E27FC236}">
                <a16:creationId xmlns:a16="http://schemas.microsoft.com/office/drawing/2014/main" id="{3A717433-9AE2-12AC-BE1E-EA9358A03F4F}"/>
              </a:ext>
            </a:extLst>
          </p:cNvPr>
          <p:cNvSpPr/>
          <p:nvPr/>
        </p:nvSpPr>
        <p:spPr>
          <a:xfrm>
            <a:off x="-424859" y="-1494876"/>
            <a:ext cx="2520000" cy="2520000"/>
          </a:xfrm>
          <a:prstGeom prst="ellipse">
            <a:avLst/>
          </a:prstGeom>
          <a:noFill/>
          <a:ln w="571500">
            <a:solidFill>
              <a:schemeClr val="accent1">
                <a:lumMod val="40000"/>
                <a:lumOff val="60000"/>
                <a:alpha val="23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8945782"/>
      </p:ext>
    </p:extLst>
  </p:cSld>
  <p:clrMapOvr>
    <a:masterClrMapping/>
  </p:clrMapOvr>
</p:sld>
</file>

<file path=ppt/theme/theme1.xml><?xml version="1.0" encoding="utf-8"?>
<a:theme xmlns:a="http://schemas.openxmlformats.org/drawingml/2006/main" name="SineVTI">
  <a:themeElements>
    <a:clrScheme name="Custom 51">
      <a:dk1>
        <a:sysClr val="windowText" lastClr="000000"/>
      </a:dk1>
      <a:lt1>
        <a:sysClr val="window" lastClr="FFFFFF"/>
      </a:lt1>
      <a:dk2>
        <a:srgbClr val="12154E"/>
      </a:dk2>
      <a:lt2>
        <a:srgbClr val="EEEEEE"/>
      </a:lt2>
      <a:accent1>
        <a:srgbClr val="FD8686"/>
      </a:accent1>
      <a:accent2>
        <a:srgbClr val="B495C2"/>
      </a:accent2>
      <a:accent3>
        <a:srgbClr val="8F99BB"/>
      </a:accent3>
      <a:accent4>
        <a:srgbClr val="A3A3C1"/>
      </a:accent4>
      <a:accent5>
        <a:srgbClr val="7162FE"/>
      </a:accent5>
      <a:accent6>
        <a:srgbClr val="1EBE9B"/>
      </a:accent6>
      <a:hlink>
        <a:srgbClr val="EF08F7"/>
      </a:hlink>
      <a:folHlink>
        <a:srgbClr val="8477FE"/>
      </a:folHlink>
    </a:clrScheme>
    <a:fontScheme name="Custom 49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neVTI" id="{8435B2A2-1BD5-4C05-93E5-3C5388B709E3}" vid="{0D704B13-63FE-4848-A298-6B7359B9565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317</Words>
  <Application>Microsoft Office PowerPoint</Application>
  <PresentationFormat>Широкоэкранный</PresentationFormat>
  <Paragraphs>82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5" baseType="lpstr">
      <vt:lpstr>Arial</vt:lpstr>
      <vt:lpstr>Avenir Next LT Pro</vt:lpstr>
      <vt:lpstr>Courier New</vt:lpstr>
      <vt:lpstr>Posterama</vt:lpstr>
      <vt:lpstr>SineVTI</vt:lpstr>
      <vt:lpstr>На чём написаны языки программирования</vt:lpstr>
      <vt:lpstr>Введение</vt:lpstr>
      <vt:lpstr>Цель</vt:lpstr>
      <vt:lpstr>Задачи</vt:lpstr>
      <vt:lpstr>Первые языки программирования</vt:lpstr>
      <vt:lpstr>Нули и единицы</vt:lpstr>
      <vt:lpstr>Ассемблер</vt:lpstr>
      <vt:lpstr>Shortcode и UNIVAC</vt:lpstr>
      <vt:lpstr>Языки после ассемблера</vt:lpstr>
      <vt:lpstr>Классификация</vt:lpstr>
      <vt:lpstr>Компилируемые и интерпретируемые</vt:lpstr>
      <vt:lpstr>Презентация PowerPoint</vt:lpstr>
      <vt:lpstr>Алгоритмические и описания данных</vt:lpstr>
      <vt:lpstr>Презентация PowerPoint</vt:lpstr>
      <vt:lpstr>Объектно-ориентированные, структурные и функциональные языки программирования</vt:lpstr>
      <vt:lpstr>Создание собственного языка программирования</vt:lpstr>
      <vt:lpstr>Структура проекта</vt:lpstr>
      <vt:lpstr>Презентация PowerPoint</vt:lpstr>
      <vt:lpstr>Синтаксис</vt:lpstr>
      <vt:lpstr>Применение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>Руслан Исламов</cp:lastModifiedBy>
  <cp:revision>562</cp:revision>
  <dcterms:created xsi:type="dcterms:W3CDTF">2023-05-02T14:57:52Z</dcterms:created>
  <dcterms:modified xsi:type="dcterms:W3CDTF">2023-05-02T22:43:25Z</dcterms:modified>
</cp:coreProperties>
</file>